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7" r:id="rId4"/>
    <p:sldId id="262" r:id="rId5"/>
    <p:sldId id="265" r:id="rId6"/>
    <p:sldId id="258" r:id="rId7"/>
    <p:sldId id="259" r:id="rId8"/>
    <p:sldId id="260" r:id="rId9"/>
    <p:sldId id="264"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461"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27DE8-0F9E-1EF1-26B5-EFC94E5F83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66BC4A5-3575-61C2-E8A3-9F76DF76C6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DA18C71-C6B1-B309-572A-646117BEA85E}"/>
              </a:ext>
            </a:extLst>
          </p:cNvPr>
          <p:cNvSpPr>
            <a:spLocks noGrp="1"/>
          </p:cNvSpPr>
          <p:nvPr>
            <p:ph type="dt" sz="half" idx="10"/>
          </p:nvPr>
        </p:nvSpPr>
        <p:spPr/>
        <p:txBody>
          <a:bodyPr/>
          <a:lstStyle/>
          <a:p>
            <a:fld id="{4FB34065-D733-485E-ABE6-9A7515FDDF22}" type="datetimeFigureOut">
              <a:rPr lang="en-IN" smtClean="0"/>
              <a:t>30-06-2026</a:t>
            </a:fld>
            <a:endParaRPr lang="en-IN"/>
          </a:p>
        </p:txBody>
      </p:sp>
      <p:sp>
        <p:nvSpPr>
          <p:cNvPr id="5" name="Footer Placeholder 4">
            <a:extLst>
              <a:ext uri="{FF2B5EF4-FFF2-40B4-BE49-F238E27FC236}">
                <a16:creationId xmlns:a16="http://schemas.microsoft.com/office/drawing/2014/main" id="{932B3996-AFBC-7A8B-6633-82716BCD7E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7D0DF0-BBB6-1EEF-1700-B278588C3797}"/>
              </a:ext>
            </a:extLst>
          </p:cNvPr>
          <p:cNvSpPr>
            <a:spLocks noGrp="1"/>
          </p:cNvSpPr>
          <p:nvPr>
            <p:ph type="sldNum" sz="quarter" idx="12"/>
          </p:nvPr>
        </p:nvSpPr>
        <p:spPr/>
        <p:txBody>
          <a:bodyPr/>
          <a:lstStyle/>
          <a:p>
            <a:fld id="{B42E0762-BB94-45EC-AAD2-D2B5BCDFC131}" type="slidenum">
              <a:rPr lang="en-IN" smtClean="0"/>
              <a:t>‹#›</a:t>
            </a:fld>
            <a:endParaRPr lang="en-IN"/>
          </a:p>
        </p:txBody>
      </p:sp>
    </p:spTree>
    <p:extLst>
      <p:ext uri="{BB962C8B-B14F-4D97-AF65-F5344CB8AC3E}">
        <p14:creationId xmlns:p14="http://schemas.microsoft.com/office/powerpoint/2010/main" val="3839759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3D4E6-1801-473D-1BFA-9AF2A918C81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428C39A-058A-46DD-0D97-3EF464D417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F5B296-BDDD-4F4F-668F-647EB6A151E6}"/>
              </a:ext>
            </a:extLst>
          </p:cNvPr>
          <p:cNvSpPr>
            <a:spLocks noGrp="1"/>
          </p:cNvSpPr>
          <p:nvPr>
            <p:ph type="dt" sz="half" idx="10"/>
          </p:nvPr>
        </p:nvSpPr>
        <p:spPr/>
        <p:txBody>
          <a:bodyPr/>
          <a:lstStyle/>
          <a:p>
            <a:fld id="{4FB34065-D733-485E-ABE6-9A7515FDDF22}" type="datetimeFigureOut">
              <a:rPr lang="en-IN" smtClean="0"/>
              <a:t>30-06-2026</a:t>
            </a:fld>
            <a:endParaRPr lang="en-IN"/>
          </a:p>
        </p:txBody>
      </p:sp>
      <p:sp>
        <p:nvSpPr>
          <p:cNvPr id="5" name="Footer Placeholder 4">
            <a:extLst>
              <a:ext uri="{FF2B5EF4-FFF2-40B4-BE49-F238E27FC236}">
                <a16:creationId xmlns:a16="http://schemas.microsoft.com/office/drawing/2014/main" id="{3726BE07-BE48-30AA-F001-46CCAC0D4D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B37D23-568B-5B8F-B4C6-CCE7D2C74FE9}"/>
              </a:ext>
            </a:extLst>
          </p:cNvPr>
          <p:cNvSpPr>
            <a:spLocks noGrp="1"/>
          </p:cNvSpPr>
          <p:nvPr>
            <p:ph type="sldNum" sz="quarter" idx="12"/>
          </p:nvPr>
        </p:nvSpPr>
        <p:spPr/>
        <p:txBody>
          <a:bodyPr/>
          <a:lstStyle/>
          <a:p>
            <a:fld id="{B42E0762-BB94-45EC-AAD2-D2B5BCDFC131}" type="slidenum">
              <a:rPr lang="en-IN" smtClean="0"/>
              <a:t>‹#›</a:t>
            </a:fld>
            <a:endParaRPr lang="en-IN"/>
          </a:p>
        </p:txBody>
      </p:sp>
    </p:spTree>
    <p:extLst>
      <p:ext uri="{BB962C8B-B14F-4D97-AF65-F5344CB8AC3E}">
        <p14:creationId xmlns:p14="http://schemas.microsoft.com/office/powerpoint/2010/main" val="1757089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9A215-7B69-D355-05CD-6B93080801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F88D26-409F-77F2-38DA-E655D6D178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B24A04-4E55-2AF1-430A-D8D8785441B9}"/>
              </a:ext>
            </a:extLst>
          </p:cNvPr>
          <p:cNvSpPr>
            <a:spLocks noGrp="1"/>
          </p:cNvSpPr>
          <p:nvPr>
            <p:ph type="dt" sz="half" idx="10"/>
          </p:nvPr>
        </p:nvSpPr>
        <p:spPr/>
        <p:txBody>
          <a:bodyPr/>
          <a:lstStyle/>
          <a:p>
            <a:fld id="{4FB34065-D733-485E-ABE6-9A7515FDDF22}" type="datetimeFigureOut">
              <a:rPr lang="en-IN" smtClean="0"/>
              <a:t>30-06-2026</a:t>
            </a:fld>
            <a:endParaRPr lang="en-IN"/>
          </a:p>
        </p:txBody>
      </p:sp>
      <p:sp>
        <p:nvSpPr>
          <p:cNvPr id="5" name="Footer Placeholder 4">
            <a:extLst>
              <a:ext uri="{FF2B5EF4-FFF2-40B4-BE49-F238E27FC236}">
                <a16:creationId xmlns:a16="http://schemas.microsoft.com/office/drawing/2014/main" id="{83D40986-B15D-67C8-96F0-71C35A6401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04F9AA-9F3E-633C-E81B-4BB984553238}"/>
              </a:ext>
            </a:extLst>
          </p:cNvPr>
          <p:cNvSpPr>
            <a:spLocks noGrp="1"/>
          </p:cNvSpPr>
          <p:nvPr>
            <p:ph type="sldNum" sz="quarter" idx="12"/>
          </p:nvPr>
        </p:nvSpPr>
        <p:spPr/>
        <p:txBody>
          <a:bodyPr/>
          <a:lstStyle/>
          <a:p>
            <a:fld id="{B42E0762-BB94-45EC-AAD2-D2B5BCDFC131}" type="slidenum">
              <a:rPr lang="en-IN" smtClean="0"/>
              <a:t>‹#›</a:t>
            </a:fld>
            <a:endParaRPr lang="en-IN"/>
          </a:p>
        </p:txBody>
      </p:sp>
    </p:spTree>
    <p:extLst>
      <p:ext uri="{BB962C8B-B14F-4D97-AF65-F5344CB8AC3E}">
        <p14:creationId xmlns:p14="http://schemas.microsoft.com/office/powerpoint/2010/main" val="887484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2C1B2-AB31-BE09-F22A-157107810D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D4FEBDD-ED25-C76F-507B-9BFD2A2728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5E6DB2D-D3D2-CE5B-D179-69A9CC6E74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B356566-1AA2-80BF-B043-AC1EEEE0C81F}"/>
              </a:ext>
            </a:extLst>
          </p:cNvPr>
          <p:cNvSpPr>
            <a:spLocks noGrp="1"/>
          </p:cNvSpPr>
          <p:nvPr>
            <p:ph type="dt" sz="half" idx="10"/>
          </p:nvPr>
        </p:nvSpPr>
        <p:spPr/>
        <p:txBody>
          <a:bodyPr/>
          <a:lstStyle/>
          <a:p>
            <a:fld id="{4FB34065-D733-485E-ABE6-9A7515FDDF22}" type="datetimeFigureOut">
              <a:rPr lang="en-IN" smtClean="0"/>
              <a:t>30-06-2026</a:t>
            </a:fld>
            <a:endParaRPr lang="en-IN"/>
          </a:p>
        </p:txBody>
      </p:sp>
      <p:sp>
        <p:nvSpPr>
          <p:cNvPr id="6" name="Footer Placeholder 5">
            <a:extLst>
              <a:ext uri="{FF2B5EF4-FFF2-40B4-BE49-F238E27FC236}">
                <a16:creationId xmlns:a16="http://schemas.microsoft.com/office/drawing/2014/main" id="{7391C595-B4E8-4E65-8E7F-29FAD2C7C0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7C70D0-4D6A-92F9-E625-3B6DFC230DB0}"/>
              </a:ext>
            </a:extLst>
          </p:cNvPr>
          <p:cNvSpPr>
            <a:spLocks noGrp="1"/>
          </p:cNvSpPr>
          <p:nvPr>
            <p:ph type="sldNum" sz="quarter" idx="12"/>
          </p:nvPr>
        </p:nvSpPr>
        <p:spPr/>
        <p:txBody>
          <a:bodyPr/>
          <a:lstStyle/>
          <a:p>
            <a:fld id="{B42E0762-BB94-45EC-AAD2-D2B5BCDFC131}" type="slidenum">
              <a:rPr lang="en-IN" smtClean="0"/>
              <a:t>‹#›</a:t>
            </a:fld>
            <a:endParaRPr lang="en-IN"/>
          </a:p>
        </p:txBody>
      </p:sp>
    </p:spTree>
    <p:extLst>
      <p:ext uri="{BB962C8B-B14F-4D97-AF65-F5344CB8AC3E}">
        <p14:creationId xmlns:p14="http://schemas.microsoft.com/office/powerpoint/2010/main" val="2865858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E79C1-7BEE-314F-3EB6-87B83384DFD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6F5BCBB-158C-27B1-ABF6-79439EF7F6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D4A309-139F-6DCB-B911-DA41228DCC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0B62C03-8A4C-235F-1550-3BEEBDFFEC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F1462E-C87C-F7D8-8250-793152A1F47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988829C-E42D-4712-9B7A-D3A8BC736E9F}"/>
              </a:ext>
            </a:extLst>
          </p:cNvPr>
          <p:cNvSpPr>
            <a:spLocks noGrp="1"/>
          </p:cNvSpPr>
          <p:nvPr>
            <p:ph type="dt" sz="half" idx="10"/>
          </p:nvPr>
        </p:nvSpPr>
        <p:spPr/>
        <p:txBody>
          <a:bodyPr/>
          <a:lstStyle/>
          <a:p>
            <a:fld id="{4FB34065-D733-485E-ABE6-9A7515FDDF22}" type="datetimeFigureOut">
              <a:rPr lang="en-IN" smtClean="0"/>
              <a:t>30-06-2026</a:t>
            </a:fld>
            <a:endParaRPr lang="en-IN"/>
          </a:p>
        </p:txBody>
      </p:sp>
      <p:sp>
        <p:nvSpPr>
          <p:cNvPr id="8" name="Footer Placeholder 7">
            <a:extLst>
              <a:ext uri="{FF2B5EF4-FFF2-40B4-BE49-F238E27FC236}">
                <a16:creationId xmlns:a16="http://schemas.microsoft.com/office/drawing/2014/main" id="{813324E5-F627-8AAA-664A-BA89E62169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5C29896-1EEC-33BA-08C5-C474B8FB4536}"/>
              </a:ext>
            </a:extLst>
          </p:cNvPr>
          <p:cNvSpPr>
            <a:spLocks noGrp="1"/>
          </p:cNvSpPr>
          <p:nvPr>
            <p:ph type="sldNum" sz="quarter" idx="12"/>
          </p:nvPr>
        </p:nvSpPr>
        <p:spPr/>
        <p:txBody>
          <a:bodyPr/>
          <a:lstStyle/>
          <a:p>
            <a:fld id="{B42E0762-BB94-45EC-AAD2-D2B5BCDFC131}" type="slidenum">
              <a:rPr lang="en-IN" smtClean="0"/>
              <a:t>‹#›</a:t>
            </a:fld>
            <a:endParaRPr lang="en-IN"/>
          </a:p>
        </p:txBody>
      </p:sp>
    </p:spTree>
    <p:extLst>
      <p:ext uri="{BB962C8B-B14F-4D97-AF65-F5344CB8AC3E}">
        <p14:creationId xmlns:p14="http://schemas.microsoft.com/office/powerpoint/2010/main" val="31083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5AF83-11B9-B989-CD86-CCFD771D8B6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551B1D6-BD92-B035-7BFD-70CA367B5148}"/>
              </a:ext>
            </a:extLst>
          </p:cNvPr>
          <p:cNvSpPr>
            <a:spLocks noGrp="1"/>
          </p:cNvSpPr>
          <p:nvPr>
            <p:ph type="dt" sz="half" idx="10"/>
          </p:nvPr>
        </p:nvSpPr>
        <p:spPr/>
        <p:txBody>
          <a:bodyPr/>
          <a:lstStyle/>
          <a:p>
            <a:fld id="{4FB34065-D733-485E-ABE6-9A7515FDDF22}" type="datetimeFigureOut">
              <a:rPr lang="en-IN" smtClean="0"/>
              <a:t>30-06-2026</a:t>
            </a:fld>
            <a:endParaRPr lang="en-IN"/>
          </a:p>
        </p:txBody>
      </p:sp>
      <p:sp>
        <p:nvSpPr>
          <p:cNvPr id="4" name="Footer Placeholder 3">
            <a:extLst>
              <a:ext uri="{FF2B5EF4-FFF2-40B4-BE49-F238E27FC236}">
                <a16:creationId xmlns:a16="http://schemas.microsoft.com/office/drawing/2014/main" id="{93DC36E2-261A-EAB8-A57A-1A0189F1512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98DA03A-3334-77A5-F07A-AA6F9EE9BFE7}"/>
              </a:ext>
            </a:extLst>
          </p:cNvPr>
          <p:cNvSpPr>
            <a:spLocks noGrp="1"/>
          </p:cNvSpPr>
          <p:nvPr>
            <p:ph type="sldNum" sz="quarter" idx="12"/>
          </p:nvPr>
        </p:nvSpPr>
        <p:spPr/>
        <p:txBody>
          <a:bodyPr/>
          <a:lstStyle/>
          <a:p>
            <a:fld id="{B42E0762-BB94-45EC-AAD2-D2B5BCDFC131}" type="slidenum">
              <a:rPr lang="en-IN" smtClean="0"/>
              <a:t>‹#›</a:t>
            </a:fld>
            <a:endParaRPr lang="en-IN"/>
          </a:p>
        </p:txBody>
      </p:sp>
    </p:spTree>
    <p:extLst>
      <p:ext uri="{BB962C8B-B14F-4D97-AF65-F5344CB8AC3E}">
        <p14:creationId xmlns:p14="http://schemas.microsoft.com/office/powerpoint/2010/main" val="2941858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AAE826-BF1F-76B6-B62D-502BA4C2DE53}"/>
              </a:ext>
            </a:extLst>
          </p:cNvPr>
          <p:cNvSpPr>
            <a:spLocks noGrp="1"/>
          </p:cNvSpPr>
          <p:nvPr>
            <p:ph type="dt" sz="half" idx="10"/>
          </p:nvPr>
        </p:nvSpPr>
        <p:spPr/>
        <p:txBody>
          <a:bodyPr/>
          <a:lstStyle/>
          <a:p>
            <a:fld id="{4FB34065-D733-485E-ABE6-9A7515FDDF22}" type="datetimeFigureOut">
              <a:rPr lang="en-IN" smtClean="0"/>
              <a:t>30-06-2026</a:t>
            </a:fld>
            <a:endParaRPr lang="en-IN"/>
          </a:p>
        </p:txBody>
      </p:sp>
      <p:sp>
        <p:nvSpPr>
          <p:cNvPr id="3" name="Footer Placeholder 2">
            <a:extLst>
              <a:ext uri="{FF2B5EF4-FFF2-40B4-BE49-F238E27FC236}">
                <a16:creationId xmlns:a16="http://schemas.microsoft.com/office/drawing/2014/main" id="{EDEDC00D-9E7E-C2F4-A94D-695548526A0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CA9A817-53A6-7149-EC52-00BF5D20C983}"/>
              </a:ext>
            </a:extLst>
          </p:cNvPr>
          <p:cNvSpPr>
            <a:spLocks noGrp="1"/>
          </p:cNvSpPr>
          <p:nvPr>
            <p:ph type="sldNum" sz="quarter" idx="12"/>
          </p:nvPr>
        </p:nvSpPr>
        <p:spPr/>
        <p:txBody>
          <a:bodyPr/>
          <a:lstStyle/>
          <a:p>
            <a:fld id="{B42E0762-BB94-45EC-AAD2-D2B5BCDFC131}" type="slidenum">
              <a:rPr lang="en-IN" smtClean="0"/>
              <a:t>‹#›</a:t>
            </a:fld>
            <a:endParaRPr lang="en-IN"/>
          </a:p>
        </p:txBody>
      </p:sp>
    </p:spTree>
    <p:extLst>
      <p:ext uri="{BB962C8B-B14F-4D97-AF65-F5344CB8AC3E}">
        <p14:creationId xmlns:p14="http://schemas.microsoft.com/office/powerpoint/2010/main" val="1826964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5FDD1-5CB4-DEF6-CDC0-7153A3C8F8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02CEACF-E432-206F-4084-3271E9F286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027D3F-99AA-2C46-A94E-1A1B61C728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BE26CC-BA8E-BAB0-9370-DE4F8893F66A}"/>
              </a:ext>
            </a:extLst>
          </p:cNvPr>
          <p:cNvSpPr>
            <a:spLocks noGrp="1"/>
          </p:cNvSpPr>
          <p:nvPr>
            <p:ph type="dt" sz="half" idx="10"/>
          </p:nvPr>
        </p:nvSpPr>
        <p:spPr/>
        <p:txBody>
          <a:bodyPr/>
          <a:lstStyle/>
          <a:p>
            <a:fld id="{4FB34065-D733-485E-ABE6-9A7515FDDF22}" type="datetimeFigureOut">
              <a:rPr lang="en-IN" smtClean="0"/>
              <a:t>30-06-2026</a:t>
            </a:fld>
            <a:endParaRPr lang="en-IN"/>
          </a:p>
        </p:txBody>
      </p:sp>
      <p:sp>
        <p:nvSpPr>
          <p:cNvPr id="6" name="Footer Placeholder 5">
            <a:extLst>
              <a:ext uri="{FF2B5EF4-FFF2-40B4-BE49-F238E27FC236}">
                <a16:creationId xmlns:a16="http://schemas.microsoft.com/office/drawing/2014/main" id="{9E5651A4-BE40-4B48-5CBF-141042D908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B6871E-02EB-C607-011E-C5D4ED25BA1A}"/>
              </a:ext>
            </a:extLst>
          </p:cNvPr>
          <p:cNvSpPr>
            <a:spLocks noGrp="1"/>
          </p:cNvSpPr>
          <p:nvPr>
            <p:ph type="sldNum" sz="quarter" idx="12"/>
          </p:nvPr>
        </p:nvSpPr>
        <p:spPr/>
        <p:txBody>
          <a:bodyPr/>
          <a:lstStyle/>
          <a:p>
            <a:fld id="{B42E0762-BB94-45EC-AAD2-D2B5BCDFC131}" type="slidenum">
              <a:rPr lang="en-IN" smtClean="0"/>
              <a:t>‹#›</a:t>
            </a:fld>
            <a:endParaRPr lang="en-IN"/>
          </a:p>
        </p:txBody>
      </p:sp>
    </p:spTree>
    <p:extLst>
      <p:ext uri="{BB962C8B-B14F-4D97-AF65-F5344CB8AC3E}">
        <p14:creationId xmlns:p14="http://schemas.microsoft.com/office/powerpoint/2010/main" val="2365544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298ED-5600-2107-DD18-6F7540CDDE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EA1D982-15CF-DBCA-2FA7-AEE1441EE0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32915AD-8B86-512F-56DD-8882B13FF2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A04606-8ADF-66C2-B6FC-102FFC181133}"/>
              </a:ext>
            </a:extLst>
          </p:cNvPr>
          <p:cNvSpPr>
            <a:spLocks noGrp="1"/>
          </p:cNvSpPr>
          <p:nvPr>
            <p:ph type="dt" sz="half" idx="10"/>
          </p:nvPr>
        </p:nvSpPr>
        <p:spPr/>
        <p:txBody>
          <a:bodyPr/>
          <a:lstStyle/>
          <a:p>
            <a:fld id="{4FB34065-D733-485E-ABE6-9A7515FDDF22}" type="datetimeFigureOut">
              <a:rPr lang="en-IN" smtClean="0"/>
              <a:t>30-06-2026</a:t>
            </a:fld>
            <a:endParaRPr lang="en-IN"/>
          </a:p>
        </p:txBody>
      </p:sp>
      <p:sp>
        <p:nvSpPr>
          <p:cNvPr id="6" name="Footer Placeholder 5">
            <a:extLst>
              <a:ext uri="{FF2B5EF4-FFF2-40B4-BE49-F238E27FC236}">
                <a16:creationId xmlns:a16="http://schemas.microsoft.com/office/drawing/2014/main" id="{EBB3C8A8-8D49-3392-F667-EC880E8C32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CC662C-C76C-D4F7-E535-B8FEEFC99E61}"/>
              </a:ext>
            </a:extLst>
          </p:cNvPr>
          <p:cNvSpPr>
            <a:spLocks noGrp="1"/>
          </p:cNvSpPr>
          <p:nvPr>
            <p:ph type="sldNum" sz="quarter" idx="12"/>
          </p:nvPr>
        </p:nvSpPr>
        <p:spPr/>
        <p:txBody>
          <a:bodyPr/>
          <a:lstStyle/>
          <a:p>
            <a:fld id="{B42E0762-BB94-45EC-AAD2-D2B5BCDFC131}" type="slidenum">
              <a:rPr lang="en-IN" smtClean="0"/>
              <a:t>‹#›</a:t>
            </a:fld>
            <a:endParaRPr lang="en-IN"/>
          </a:p>
        </p:txBody>
      </p:sp>
    </p:spTree>
    <p:extLst>
      <p:ext uri="{BB962C8B-B14F-4D97-AF65-F5344CB8AC3E}">
        <p14:creationId xmlns:p14="http://schemas.microsoft.com/office/powerpoint/2010/main" val="2963664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EAF1D-B02B-F2E1-2DB3-3A495A1AC41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DB774F-BD98-04D2-E826-C6956C5C4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84CEA0-2BE3-225C-1FA1-5C954A31CCF7}"/>
              </a:ext>
            </a:extLst>
          </p:cNvPr>
          <p:cNvSpPr>
            <a:spLocks noGrp="1"/>
          </p:cNvSpPr>
          <p:nvPr>
            <p:ph type="dt" sz="half" idx="10"/>
          </p:nvPr>
        </p:nvSpPr>
        <p:spPr/>
        <p:txBody>
          <a:bodyPr/>
          <a:lstStyle/>
          <a:p>
            <a:fld id="{4FB34065-D733-485E-ABE6-9A7515FDDF22}" type="datetimeFigureOut">
              <a:rPr lang="en-IN" smtClean="0"/>
              <a:t>30-06-2026</a:t>
            </a:fld>
            <a:endParaRPr lang="en-IN"/>
          </a:p>
        </p:txBody>
      </p:sp>
      <p:sp>
        <p:nvSpPr>
          <p:cNvPr id="5" name="Footer Placeholder 4">
            <a:extLst>
              <a:ext uri="{FF2B5EF4-FFF2-40B4-BE49-F238E27FC236}">
                <a16:creationId xmlns:a16="http://schemas.microsoft.com/office/drawing/2014/main" id="{7929FF71-5018-EBB9-E509-156ECB0B0F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1920EC-8099-9A1D-A7EC-619EAA30A5E8}"/>
              </a:ext>
            </a:extLst>
          </p:cNvPr>
          <p:cNvSpPr>
            <a:spLocks noGrp="1"/>
          </p:cNvSpPr>
          <p:nvPr>
            <p:ph type="sldNum" sz="quarter" idx="12"/>
          </p:nvPr>
        </p:nvSpPr>
        <p:spPr/>
        <p:txBody>
          <a:bodyPr/>
          <a:lstStyle/>
          <a:p>
            <a:fld id="{B42E0762-BB94-45EC-AAD2-D2B5BCDFC131}" type="slidenum">
              <a:rPr lang="en-IN" smtClean="0"/>
              <a:t>‹#›</a:t>
            </a:fld>
            <a:endParaRPr lang="en-IN"/>
          </a:p>
        </p:txBody>
      </p:sp>
    </p:spTree>
    <p:extLst>
      <p:ext uri="{BB962C8B-B14F-4D97-AF65-F5344CB8AC3E}">
        <p14:creationId xmlns:p14="http://schemas.microsoft.com/office/powerpoint/2010/main" val="1555231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5355B6-4A43-C9C6-4470-B35FBFCB227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9C0784F-5A1C-3800-9BEF-50B238D6C5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1F6895-F7BA-362E-6AED-3170DC5EF372}"/>
              </a:ext>
            </a:extLst>
          </p:cNvPr>
          <p:cNvSpPr>
            <a:spLocks noGrp="1"/>
          </p:cNvSpPr>
          <p:nvPr>
            <p:ph type="dt" sz="half" idx="10"/>
          </p:nvPr>
        </p:nvSpPr>
        <p:spPr/>
        <p:txBody>
          <a:bodyPr/>
          <a:lstStyle/>
          <a:p>
            <a:fld id="{4FB34065-D733-485E-ABE6-9A7515FDDF22}" type="datetimeFigureOut">
              <a:rPr lang="en-IN" smtClean="0"/>
              <a:t>30-06-2026</a:t>
            </a:fld>
            <a:endParaRPr lang="en-IN"/>
          </a:p>
        </p:txBody>
      </p:sp>
      <p:sp>
        <p:nvSpPr>
          <p:cNvPr id="5" name="Footer Placeholder 4">
            <a:extLst>
              <a:ext uri="{FF2B5EF4-FFF2-40B4-BE49-F238E27FC236}">
                <a16:creationId xmlns:a16="http://schemas.microsoft.com/office/drawing/2014/main" id="{ECEBEE54-A630-9D75-4079-57891A7CBB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D3934B-C52F-DA19-1711-03D208EF4F66}"/>
              </a:ext>
            </a:extLst>
          </p:cNvPr>
          <p:cNvSpPr>
            <a:spLocks noGrp="1"/>
          </p:cNvSpPr>
          <p:nvPr>
            <p:ph type="sldNum" sz="quarter" idx="12"/>
          </p:nvPr>
        </p:nvSpPr>
        <p:spPr/>
        <p:txBody>
          <a:bodyPr/>
          <a:lstStyle/>
          <a:p>
            <a:fld id="{B42E0762-BB94-45EC-AAD2-D2B5BCDFC131}" type="slidenum">
              <a:rPr lang="en-IN" smtClean="0"/>
              <a:t>‹#›</a:t>
            </a:fld>
            <a:endParaRPr lang="en-IN"/>
          </a:p>
        </p:txBody>
      </p:sp>
    </p:spTree>
    <p:extLst>
      <p:ext uri="{BB962C8B-B14F-4D97-AF65-F5344CB8AC3E}">
        <p14:creationId xmlns:p14="http://schemas.microsoft.com/office/powerpoint/2010/main" val="776346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88E257-F54B-D8A0-4192-22F30A98D7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2433C0-5723-8EC3-BC56-469EE8B69F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93A432-4D4B-EFB5-A68D-3A2B2FD624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B34065-D733-485E-ABE6-9A7515FDDF22}" type="datetimeFigureOut">
              <a:rPr lang="en-IN" smtClean="0"/>
              <a:t>30-06-2026</a:t>
            </a:fld>
            <a:endParaRPr lang="en-IN"/>
          </a:p>
        </p:txBody>
      </p:sp>
      <p:sp>
        <p:nvSpPr>
          <p:cNvPr id="5" name="Footer Placeholder 4">
            <a:extLst>
              <a:ext uri="{FF2B5EF4-FFF2-40B4-BE49-F238E27FC236}">
                <a16:creationId xmlns:a16="http://schemas.microsoft.com/office/drawing/2014/main" id="{AB613CE0-3F47-8023-88C0-364163A5A1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C99B0CD-6FF4-E448-EE31-BEF3E438CC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2E0762-BB94-45EC-AAD2-D2B5BCDFC131}" type="slidenum">
              <a:rPr lang="en-IN" smtClean="0"/>
              <a:t>‹#›</a:t>
            </a:fld>
            <a:endParaRPr lang="en-IN"/>
          </a:p>
        </p:txBody>
      </p:sp>
    </p:spTree>
    <p:extLst>
      <p:ext uri="{BB962C8B-B14F-4D97-AF65-F5344CB8AC3E}">
        <p14:creationId xmlns:p14="http://schemas.microsoft.com/office/powerpoint/2010/main" val="42499681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C4F56-505F-8290-5C36-109E7FB7BA47}"/>
              </a:ext>
            </a:extLst>
          </p:cNvPr>
          <p:cNvSpPr>
            <a:spLocks noGrp="1"/>
          </p:cNvSpPr>
          <p:nvPr>
            <p:ph type="ctrTitle"/>
          </p:nvPr>
        </p:nvSpPr>
        <p:spPr/>
        <p:txBody>
          <a:bodyPr/>
          <a:lstStyle/>
          <a:p>
            <a:r>
              <a:rPr lang="en-IN" dirty="0"/>
              <a:t> </a:t>
            </a:r>
          </a:p>
        </p:txBody>
      </p:sp>
      <p:sp>
        <p:nvSpPr>
          <p:cNvPr id="3" name="Subtitle 2">
            <a:extLst>
              <a:ext uri="{FF2B5EF4-FFF2-40B4-BE49-F238E27FC236}">
                <a16:creationId xmlns:a16="http://schemas.microsoft.com/office/drawing/2014/main" id="{A87E57C1-1E15-F7D2-AE9B-F63DDA75297C}"/>
              </a:ext>
            </a:extLst>
          </p:cNvPr>
          <p:cNvSpPr>
            <a:spLocks noGrp="1"/>
          </p:cNvSpPr>
          <p:nvPr>
            <p:ph type="subTitle" idx="1"/>
          </p:nvPr>
        </p:nvSpPr>
        <p:spPr/>
        <p:txBody>
          <a:bodyPr/>
          <a:lstStyle/>
          <a:p>
            <a:r>
              <a:rPr lang="en-IN" dirty="0"/>
              <a:t> </a:t>
            </a:r>
          </a:p>
        </p:txBody>
      </p:sp>
      <p:pic>
        <p:nvPicPr>
          <p:cNvPr id="5" name="Picture 4">
            <a:extLst>
              <a:ext uri="{FF2B5EF4-FFF2-40B4-BE49-F238E27FC236}">
                <a16:creationId xmlns:a16="http://schemas.microsoft.com/office/drawing/2014/main" id="{741A2FC7-53A5-7B55-117F-577EE6F8EAF8}"/>
              </a:ext>
            </a:extLst>
          </p:cNvPr>
          <p:cNvPicPr>
            <a:picLocks noChangeAspect="1"/>
          </p:cNvPicPr>
          <p:nvPr/>
        </p:nvPicPr>
        <p:blipFill>
          <a:blip r:embed="rId2"/>
          <a:stretch>
            <a:fillRect/>
          </a:stretch>
        </p:blipFill>
        <p:spPr>
          <a:xfrm>
            <a:off x="193040" y="162561"/>
            <a:ext cx="11785600" cy="6543040"/>
          </a:xfrm>
          <a:prstGeom prst="rect">
            <a:avLst/>
          </a:prstGeom>
        </p:spPr>
      </p:pic>
    </p:spTree>
    <p:extLst>
      <p:ext uri="{BB962C8B-B14F-4D97-AF65-F5344CB8AC3E}">
        <p14:creationId xmlns:p14="http://schemas.microsoft.com/office/powerpoint/2010/main" val="2177140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694A4-BC59-5E53-9E18-80E5B8571722}"/>
              </a:ext>
            </a:extLst>
          </p:cNvPr>
          <p:cNvSpPr>
            <a:spLocks noGrp="1"/>
          </p:cNvSpPr>
          <p:nvPr>
            <p:ph type="title"/>
          </p:nvPr>
        </p:nvSpPr>
        <p:spPr/>
        <p:txBody>
          <a:bodyPr/>
          <a:lstStyle/>
          <a:p>
            <a:r>
              <a:rPr lang="en-IN" dirty="0"/>
              <a:t> </a:t>
            </a:r>
          </a:p>
        </p:txBody>
      </p:sp>
      <p:pic>
        <p:nvPicPr>
          <p:cNvPr id="5" name="Content Placeholder 4">
            <a:extLst>
              <a:ext uri="{FF2B5EF4-FFF2-40B4-BE49-F238E27FC236}">
                <a16:creationId xmlns:a16="http://schemas.microsoft.com/office/drawing/2014/main" id="{158FC1C5-DAD9-8E06-AA10-94642DF201D1}"/>
              </a:ext>
            </a:extLst>
          </p:cNvPr>
          <p:cNvPicPr>
            <a:picLocks noGrp="1" noChangeAspect="1"/>
          </p:cNvPicPr>
          <p:nvPr>
            <p:ph idx="1"/>
          </p:nvPr>
        </p:nvPicPr>
        <p:blipFill>
          <a:blip r:embed="rId2"/>
          <a:stretch>
            <a:fillRect/>
          </a:stretch>
        </p:blipFill>
        <p:spPr>
          <a:xfrm>
            <a:off x="201144" y="91440"/>
            <a:ext cx="11777496" cy="6085523"/>
          </a:xfrm>
          <a:prstGeom prst="rect">
            <a:avLst/>
          </a:prstGeom>
        </p:spPr>
      </p:pic>
    </p:spTree>
    <p:extLst>
      <p:ext uri="{BB962C8B-B14F-4D97-AF65-F5344CB8AC3E}">
        <p14:creationId xmlns:p14="http://schemas.microsoft.com/office/powerpoint/2010/main" val="4153152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FF688-9F63-C0D5-457B-D8A759809B6A}"/>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10D3CB2F-7A7D-20FC-C312-AF382C2488A2}"/>
              </a:ext>
            </a:extLst>
          </p:cNvPr>
          <p:cNvSpPr>
            <a:spLocks noGrp="1"/>
          </p:cNvSpPr>
          <p:nvPr>
            <p:ph idx="1"/>
          </p:nvPr>
        </p:nvSpPr>
        <p:spPr>
          <a:xfrm>
            <a:off x="579120" y="741680"/>
            <a:ext cx="10774680" cy="5435283"/>
          </a:xfrm>
        </p:spPr>
        <p:txBody>
          <a:bodyPr/>
          <a:lstStyle/>
          <a:p>
            <a:r>
              <a:rPr lang="en-IN" b="1" dirty="0"/>
              <a:t>Definition:</a:t>
            </a:r>
            <a:r>
              <a:rPr lang="en-IN" dirty="0"/>
              <a:t> A stack is a linear data structure that follows the </a:t>
            </a:r>
            <a:r>
              <a:rPr lang="en-IN" b="1" dirty="0"/>
              <a:t>LIFO (Last In, First Out)</a:t>
            </a:r>
            <a:r>
              <a:rPr lang="en-IN" dirty="0"/>
              <a:t> principle. </a:t>
            </a:r>
          </a:p>
          <a:p>
            <a:r>
              <a:rPr lang="en-IN" b="1" dirty="0"/>
              <a:t>Insertion:</a:t>
            </a:r>
            <a:r>
              <a:rPr lang="en-IN" dirty="0"/>
              <a:t> push()</a:t>
            </a:r>
          </a:p>
          <a:p>
            <a:r>
              <a:rPr lang="en-IN" dirty="0"/>
              <a:t> </a:t>
            </a:r>
            <a:r>
              <a:rPr lang="en-IN" b="1" dirty="0"/>
              <a:t>Deletion:</a:t>
            </a:r>
            <a:r>
              <a:rPr lang="en-IN" dirty="0"/>
              <a:t> pop()</a:t>
            </a:r>
          </a:p>
          <a:p>
            <a:r>
              <a:rPr lang="en-IN" dirty="0"/>
              <a:t> </a:t>
            </a:r>
            <a:r>
              <a:rPr lang="en-IN" b="1" dirty="0"/>
              <a:t>View top element:</a:t>
            </a:r>
            <a:r>
              <a:rPr lang="en-IN" dirty="0"/>
              <a:t> peek() </a:t>
            </a:r>
          </a:p>
          <a:p>
            <a:r>
              <a:rPr lang="en-IN" b="1" dirty="0"/>
              <a:t>Check empty:</a:t>
            </a:r>
            <a:r>
              <a:rPr lang="en-IN" dirty="0"/>
              <a:t> </a:t>
            </a:r>
            <a:r>
              <a:rPr lang="en-IN" dirty="0" err="1"/>
              <a:t>isEmpty</a:t>
            </a:r>
            <a:r>
              <a:rPr lang="en-IN" dirty="0"/>
              <a:t>() </a:t>
            </a:r>
          </a:p>
          <a:p>
            <a:r>
              <a:rPr lang="en-IN" b="1" dirty="0"/>
              <a:t>Time Complexity:</a:t>
            </a:r>
            <a:r>
              <a:rPr lang="en-IN" dirty="0"/>
              <a:t> O(1) for push, pop, and peek. </a:t>
            </a:r>
          </a:p>
          <a:p>
            <a:r>
              <a:rPr lang="en-IN" b="1" dirty="0"/>
              <a:t>Common Applications:</a:t>
            </a:r>
            <a:r>
              <a:rPr lang="en-IN" dirty="0"/>
              <a:t> Browser back button, Undo/Redo, expression evaluation, bracket validation, recursion (call stack), and DFS traversal.</a:t>
            </a:r>
          </a:p>
        </p:txBody>
      </p:sp>
    </p:spTree>
    <p:extLst>
      <p:ext uri="{BB962C8B-B14F-4D97-AF65-F5344CB8AC3E}">
        <p14:creationId xmlns:p14="http://schemas.microsoft.com/office/powerpoint/2010/main" val="1083695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2C633-9702-11CA-8CFB-4FC8D41B30E7}"/>
              </a:ext>
            </a:extLst>
          </p:cNvPr>
          <p:cNvSpPr>
            <a:spLocks noGrp="1"/>
          </p:cNvSpPr>
          <p:nvPr>
            <p:ph type="title"/>
          </p:nvPr>
        </p:nvSpPr>
        <p:spPr/>
        <p:txBody>
          <a:bodyPr/>
          <a:lstStyle/>
          <a:p>
            <a:r>
              <a:rPr lang="en-IN" dirty="0"/>
              <a:t> </a:t>
            </a:r>
          </a:p>
        </p:txBody>
      </p:sp>
      <p:graphicFrame>
        <p:nvGraphicFramePr>
          <p:cNvPr id="4" name="Content Placeholder 3">
            <a:extLst>
              <a:ext uri="{FF2B5EF4-FFF2-40B4-BE49-F238E27FC236}">
                <a16:creationId xmlns:a16="http://schemas.microsoft.com/office/drawing/2014/main" id="{23E37CBF-FD5C-1852-EFEF-191525F59CEE}"/>
              </a:ext>
            </a:extLst>
          </p:cNvPr>
          <p:cNvGraphicFramePr>
            <a:graphicFrameLocks noGrp="1"/>
          </p:cNvGraphicFramePr>
          <p:nvPr>
            <p:ph idx="1"/>
            <p:extLst>
              <p:ext uri="{D42A27DB-BD31-4B8C-83A1-F6EECF244321}">
                <p14:modId xmlns:p14="http://schemas.microsoft.com/office/powerpoint/2010/main" val="3475554578"/>
              </p:ext>
            </p:extLst>
          </p:nvPr>
        </p:nvGraphicFramePr>
        <p:xfrm>
          <a:off x="838200" y="365125"/>
          <a:ext cx="10886439" cy="6218553"/>
        </p:xfrm>
        <a:graphic>
          <a:graphicData uri="http://schemas.openxmlformats.org/drawingml/2006/table">
            <a:tbl>
              <a:tblPr/>
              <a:tblGrid>
                <a:gridCol w="3628813">
                  <a:extLst>
                    <a:ext uri="{9D8B030D-6E8A-4147-A177-3AD203B41FA5}">
                      <a16:colId xmlns:a16="http://schemas.microsoft.com/office/drawing/2014/main" val="3319092305"/>
                    </a:ext>
                  </a:extLst>
                </a:gridCol>
                <a:gridCol w="3628813">
                  <a:extLst>
                    <a:ext uri="{9D8B030D-6E8A-4147-A177-3AD203B41FA5}">
                      <a16:colId xmlns:a16="http://schemas.microsoft.com/office/drawing/2014/main" val="1224193753"/>
                    </a:ext>
                  </a:extLst>
                </a:gridCol>
                <a:gridCol w="3628813">
                  <a:extLst>
                    <a:ext uri="{9D8B030D-6E8A-4147-A177-3AD203B41FA5}">
                      <a16:colId xmlns:a16="http://schemas.microsoft.com/office/drawing/2014/main" val="3726768584"/>
                    </a:ext>
                  </a:extLst>
                </a:gridCol>
              </a:tblGrid>
              <a:tr h="565323">
                <a:tc>
                  <a:txBody>
                    <a:bodyPr/>
                    <a:lstStyle/>
                    <a:p>
                      <a:pPr>
                        <a:buNone/>
                      </a:pPr>
                      <a:r>
                        <a:rPr lang="en-IN"/>
                        <a:t>Operation</a:t>
                      </a:r>
                    </a:p>
                  </a:txBody>
                  <a:tcPr anchor="ctr">
                    <a:lnL>
                      <a:noFill/>
                    </a:lnL>
                    <a:lnR>
                      <a:noFill/>
                    </a:lnR>
                    <a:lnT>
                      <a:noFill/>
                    </a:lnT>
                    <a:lnB>
                      <a:noFill/>
                    </a:lnB>
                    <a:noFill/>
                  </a:tcPr>
                </a:tc>
                <a:tc>
                  <a:txBody>
                    <a:bodyPr/>
                    <a:lstStyle/>
                    <a:p>
                      <a:pPr>
                        <a:buNone/>
                      </a:pPr>
                      <a:r>
                        <a:rPr lang="en-IN"/>
                        <a:t>Purpose</a:t>
                      </a:r>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4279680346"/>
                  </a:ext>
                </a:extLst>
              </a:tr>
              <a:tr h="565323">
                <a:tc>
                  <a:txBody>
                    <a:bodyPr/>
                    <a:lstStyle/>
                    <a:p>
                      <a:pPr>
                        <a:buNone/>
                      </a:pPr>
                      <a:r>
                        <a:rPr lang="en-IN" b="1"/>
                        <a:t>Push(x)</a:t>
                      </a:r>
                      <a:endParaRPr lang="en-IN"/>
                    </a:p>
                  </a:txBody>
                  <a:tcPr anchor="ctr">
                    <a:lnL>
                      <a:noFill/>
                    </a:lnL>
                    <a:lnR>
                      <a:noFill/>
                    </a:lnR>
                    <a:lnT>
                      <a:noFill/>
                    </a:lnT>
                    <a:lnB>
                      <a:noFill/>
                    </a:lnB>
                    <a:noFill/>
                  </a:tcPr>
                </a:tc>
                <a:tc>
                  <a:txBody>
                    <a:bodyPr/>
                    <a:lstStyle/>
                    <a:p>
                      <a:pPr>
                        <a:buNone/>
                      </a:pPr>
                      <a:r>
                        <a:rPr lang="en-IN"/>
                        <a:t>Insert element at TOP</a:t>
                      </a:r>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1344832913"/>
                  </a:ext>
                </a:extLst>
              </a:tr>
              <a:tr h="565323">
                <a:tc>
                  <a:txBody>
                    <a:bodyPr/>
                    <a:lstStyle/>
                    <a:p>
                      <a:pPr>
                        <a:buNone/>
                      </a:pPr>
                      <a:r>
                        <a:rPr lang="en-IN" b="1"/>
                        <a:t>Pop()</a:t>
                      </a:r>
                      <a:endParaRPr lang="en-IN"/>
                    </a:p>
                  </a:txBody>
                  <a:tcPr anchor="ctr">
                    <a:lnL>
                      <a:noFill/>
                    </a:lnL>
                    <a:lnR>
                      <a:noFill/>
                    </a:lnR>
                    <a:lnT>
                      <a:noFill/>
                    </a:lnT>
                    <a:lnB>
                      <a:noFill/>
                    </a:lnB>
                    <a:noFill/>
                  </a:tcPr>
                </a:tc>
                <a:tc>
                  <a:txBody>
                    <a:bodyPr/>
                    <a:lstStyle/>
                    <a:p>
                      <a:pPr>
                        <a:buNone/>
                      </a:pPr>
                      <a:r>
                        <a:rPr lang="en-IN" dirty="0"/>
                        <a:t>Remove TOP element</a:t>
                      </a:r>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1466428441"/>
                  </a:ext>
                </a:extLst>
              </a:tr>
              <a:tr h="565323">
                <a:tc>
                  <a:txBody>
                    <a:bodyPr/>
                    <a:lstStyle/>
                    <a:p>
                      <a:pPr>
                        <a:buNone/>
                      </a:pPr>
                      <a:r>
                        <a:rPr lang="en-IN" b="1" dirty="0"/>
                        <a:t>Peek()</a:t>
                      </a:r>
                      <a:endParaRPr lang="en-IN" dirty="0"/>
                    </a:p>
                  </a:txBody>
                  <a:tcPr anchor="ctr">
                    <a:lnL>
                      <a:noFill/>
                    </a:lnL>
                    <a:lnR>
                      <a:noFill/>
                    </a:lnR>
                    <a:lnT>
                      <a:noFill/>
                    </a:lnT>
                    <a:lnB>
                      <a:noFill/>
                    </a:lnB>
                    <a:noFill/>
                  </a:tcPr>
                </a:tc>
                <a:tc>
                  <a:txBody>
                    <a:bodyPr/>
                    <a:lstStyle/>
                    <a:p>
                      <a:pPr>
                        <a:buNone/>
                      </a:pPr>
                      <a:r>
                        <a:rPr lang="en-IN"/>
                        <a:t>View TOP element</a:t>
                      </a:r>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3596424280"/>
                  </a:ext>
                </a:extLst>
              </a:tr>
              <a:tr h="565323">
                <a:tc>
                  <a:txBody>
                    <a:bodyPr/>
                    <a:lstStyle/>
                    <a:p>
                      <a:pPr>
                        <a:buNone/>
                      </a:pPr>
                      <a:r>
                        <a:rPr lang="en-IN" dirty="0"/>
                        <a:t>Step</a:t>
                      </a:r>
                    </a:p>
                  </a:txBody>
                  <a:tcPr anchor="ctr">
                    <a:lnL>
                      <a:noFill/>
                    </a:lnL>
                    <a:lnR>
                      <a:noFill/>
                    </a:lnR>
                    <a:lnT>
                      <a:noFill/>
                    </a:lnT>
                    <a:lnB>
                      <a:noFill/>
                    </a:lnB>
                    <a:noFill/>
                  </a:tcPr>
                </a:tc>
                <a:tc>
                  <a:txBody>
                    <a:bodyPr/>
                    <a:lstStyle/>
                    <a:p>
                      <a:pPr>
                        <a:buNone/>
                      </a:pPr>
                      <a:r>
                        <a:rPr lang="en-IN"/>
                        <a:t>Operation</a:t>
                      </a:r>
                    </a:p>
                  </a:txBody>
                  <a:tcPr anchor="ctr">
                    <a:lnL>
                      <a:noFill/>
                    </a:lnL>
                    <a:lnR>
                      <a:noFill/>
                    </a:lnR>
                    <a:lnT>
                      <a:noFill/>
                    </a:lnT>
                    <a:lnB>
                      <a:noFill/>
                    </a:lnB>
                    <a:noFill/>
                  </a:tcPr>
                </a:tc>
                <a:tc>
                  <a:txBody>
                    <a:bodyPr/>
                    <a:lstStyle/>
                    <a:p>
                      <a:pPr>
                        <a:buNone/>
                      </a:pPr>
                      <a:r>
                        <a:rPr lang="en-IN"/>
                        <a:t>Stack</a:t>
                      </a:r>
                    </a:p>
                  </a:txBody>
                  <a:tcPr anchor="ctr">
                    <a:lnL>
                      <a:noFill/>
                    </a:lnL>
                    <a:lnR>
                      <a:noFill/>
                    </a:lnR>
                    <a:lnT>
                      <a:noFill/>
                    </a:lnT>
                    <a:lnB>
                      <a:noFill/>
                    </a:lnB>
                    <a:noFill/>
                  </a:tcPr>
                </a:tc>
                <a:extLst>
                  <a:ext uri="{0D108BD9-81ED-4DB2-BD59-A6C34878D82A}">
                    <a16:rowId xmlns:a16="http://schemas.microsoft.com/office/drawing/2014/main" val="2357771117"/>
                  </a:ext>
                </a:extLst>
              </a:tr>
              <a:tr h="565323">
                <a:tc>
                  <a:txBody>
                    <a:bodyPr/>
                    <a:lstStyle/>
                    <a:p>
                      <a:pPr>
                        <a:buNone/>
                      </a:pPr>
                      <a:r>
                        <a:rPr lang="en-IN"/>
                        <a:t>1</a:t>
                      </a:r>
                    </a:p>
                  </a:txBody>
                  <a:tcPr anchor="ctr">
                    <a:lnL>
                      <a:noFill/>
                    </a:lnL>
                    <a:lnR>
                      <a:noFill/>
                    </a:lnR>
                    <a:lnT>
                      <a:noFill/>
                    </a:lnT>
                    <a:lnB>
                      <a:noFill/>
                    </a:lnB>
                    <a:noFill/>
                  </a:tcPr>
                </a:tc>
                <a:tc>
                  <a:txBody>
                    <a:bodyPr/>
                    <a:lstStyle/>
                    <a:p>
                      <a:pPr>
                        <a:buNone/>
                      </a:pPr>
                      <a:r>
                        <a:rPr lang="en-IN"/>
                        <a:t>Initially</a:t>
                      </a:r>
                    </a:p>
                  </a:txBody>
                  <a:tcPr anchor="ctr">
                    <a:lnL>
                      <a:noFill/>
                    </a:lnL>
                    <a:lnR>
                      <a:noFill/>
                    </a:lnR>
                    <a:lnT>
                      <a:noFill/>
                    </a:lnT>
                    <a:lnB>
                      <a:noFill/>
                    </a:lnB>
                    <a:noFill/>
                  </a:tcPr>
                </a:tc>
                <a:tc>
                  <a:txBody>
                    <a:bodyPr/>
                    <a:lstStyle/>
                    <a:p>
                      <a:pPr>
                        <a:buNone/>
                      </a:pPr>
                      <a:r>
                        <a:rPr lang="en-IN"/>
                        <a:t>[]</a:t>
                      </a:r>
                    </a:p>
                  </a:txBody>
                  <a:tcPr anchor="ctr">
                    <a:lnL>
                      <a:noFill/>
                    </a:lnL>
                    <a:lnR>
                      <a:noFill/>
                    </a:lnR>
                    <a:lnT>
                      <a:noFill/>
                    </a:lnT>
                    <a:lnB>
                      <a:noFill/>
                    </a:lnB>
                    <a:noFill/>
                  </a:tcPr>
                </a:tc>
                <a:extLst>
                  <a:ext uri="{0D108BD9-81ED-4DB2-BD59-A6C34878D82A}">
                    <a16:rowId xmlns:a16="http://schemas.microsoft.com/office/drawing/2014/main" val="3343242697"/>
                  </a:ext>
                </a:extLst>
              </a:tr>
              <a:tr h="565323">
                <a:tc>
                  <a:txBody>
                    <a:bodyPr/>
                    <a:lstStyle/>
                    <a:p>
                      <a:pPr>
                        <a:buNone/>
                      </a:pPr>
                      <a:r>
                        <a:rPr lang="en-IN"/>
                        <a:t>2</a:t>
                      </a:r>
                    </a:p>
                  </a:txBody>
                  <a:tcPr anchor="ctr">
                    <a:lnL>
                      <a:noFill/>
                    </a:lnL>
                    <a:lnR>
                      <a:noFill/>
                    </a:lnR>
                    <a:lnT>
                      <a:noFill/>
                    </a:lnT>
                    <a:lnB>
                      <a:noFill/>
                    </a:lnB>
                    <a:noFill/>
                  </a:tcPr>
                </a:tc>
                <a:tc>
                  <a:txBody>
                    <a:bodyPr/>
                    <a:lstStyle/>
                    <a:p>
                      <a:pPr>
                        <a:buNone/>
                      </a:pPr>
                      <a:r>
                        <a:rPr lang="en-IN"/>
                        <a:t>Push(10)</a:t>
                      </a:r>
                    </a:p>
                  </a:txBody>
                  <a:tcPr anchor="ctr">
                    <a:lnL>
                      <a:noFill/>
                    </a:lnL>
                    <a:lnR>
                      <a:noFill/>
                    </a:lnR>
                    <a:lnT>
                      <a:noFill/>
                    </a:lnT>
                    <a:lnB>
                      <a:noFill/>
                    </a:lnB>
                    <a:noFill/>
                  </a:tcPr>
                </a:tc>
                <a:tc>
                  <a:txBody>
                    <a:bodyPr/>
                    <a:lstStyle/>
                    <a:p>
                      <a:pPr>
                        <a:buNone/>
                      </a:pPr>
                      <a:r>
                        <a:rPr lang="en-IN"/>
                        <a:t>[10]</a:t>
                      </a:r>
                    </a:p>
                  </a:txBody>
                  <a:tcPr anchor="ctr">
                    <a:lnL>
                      <a:noFill/>
                    </a:lnL>
                    <a:lnR>
                      <a:noFill/>
                    </a:lnR>
                    <a:lnT>
                      <a:noFill/>
                    </a:lnT>
                    <a:lnB>
                      <a:noFill/>
                    </a:lnB>
                    <a:noFill/>
                  </a:tcPr>
                </a:tc>
                <a:extLst>
                  <a:ext uri="{0D108BD9-81ED-4DB2-BD59-A6C34878D82A}">
                    <a16:rowId xmlns:a16="http://schemas.microsoft.com/office/drawing/2014/main" val="3995972908"/>
                  </a:ext>
                </a:extLst>
              </a:tr>
              <a:tr h="565323">
                <a:tc>
                  <a:txBody>
                    <a:bodyPr/>
                    <a:lstStyle/>
                    <a:p>
                      <a:pPr>
                        <a:buNone/>
                      </a:pPr>
                      <a:r>
                        <a:rPr lang="en-IN"/>
                        <a:t>3</a:t>
                      </a:r>
                    </a:p>
                  </a:txBody>
                  <a:tcPr anchor="ctr">
                    <a:lnL>
                      <a:noFill/>
                    </a:lnL>
                    <a:lnR>
                      <a:noFill/>
                    </a:lnR>
                    <a:lnT>
                      <a:noFill/>
                    </a:lnT>
                    <a:lnB>
                      <a:noFill/>
                    </a:lnB>
                    <a:noFill/>
                  </a:tcPr>
                </a:tc>
                <a:tc>
                  <a:txBody>
                    <a:bodyPr/>
                    <a:lstStyle/>
                    <a:p>
                      <a:pPr>
                        <a:buNone/>
                      </a:pPr>
                      <a:r>
                        <a:rPr lang="en-IN"/>
                        <a:t>Push(20)</a:t>
                      </a:r>
                    </a:p>
                  </a:txBody>
                  <a:tcPr anchor="ctr">
                    <a:lnL>
                      <a:noFill/>
                    </a:lnL>
                    <a:lnR>
                      <a:noFill/>
                    </a:lnR>
                    <a:lnT>
                      <a:noFill/>
                    </a:lnT>
                    <a:lnB>
                      <a:noFill/>
                    </a:lnB>
                    <a:noFill/>
                  </a:tcPr>
                </a:tc>
                <a:tc>
                  <a:txBody>
                    <a:bodyPr/>
                    <a:lstStyle/>
                    <a:p>
                      <a:pPr>
                        <a:buNone/>
                      </a:pPr>
                      <a:r>
                        <a:rPr lang="en-IN"/>
                        <a:t>[10,20]</a:t>
                      </a:r>
                    </a:p>
                  </a:txBody>
                  <a:tcPr anchor="ctr">
                    <a:lnL>
                      <a:noFill/>
                    </a:lnL>
                    <a:lnR>
                      <a:noFill/>
                    </a:lnR>
                    <a:lnT>
                      <a:noFill/>
                    </a:lnT>
                    <a:lnB>
                      <a:noFill/>
                    </a:lnB>
                    <a:noFill/>
                  </a:tcPr>
                </a:tc>
                <a:extLst>
                  <a:ext uri="{0D108BD9-81ED-4DB2-BD59-A6C34878D82A}">
                    <a16:rowId xmlns:a16="http://schemas.microsoft.com/office/drawing/2014/main" val="1775146200"/>
                  </a:ext>
                </a:extLst>
              </a:tr>
              <a:tr h="565323">
                <a:tc>
                  <a:txBody>
                    <a:bodyPr/>
                    <a:lstStyle/>
                    <a:p>
                      <a:pPr>
                        <a:buNone/>
                      </a:pPr>
                      <a:r>
                        <a:rPr lang="en-IN"/>
                        <a:t>4</a:t>
                      </a:r>
                    </a:p>
                  </a:txBody>
                  <a:tcPr anchor="ctr">
                    <a:lnL>
                      <a:noFill/>
                    </a:lnL>
                    <a:lnR>
                      <a:noFill/>
                    </a:lnR>
                    <a:lnT>
                      <a:noFill/>
                    </a:lnT>
                    <a:lnB>
                      <a:noFill/>
                    </a:lnB>
                    <a:noFill/>
                  </a:tcPr>
                </a:tc>
                <a:tc>
                  <a:txBody>
                    <a:bodyPr/>
                    <a:lstStyle/>
                    <a:p>
                      <a:pPr>
                        <a:buNone/>
                      </a:pPr>
                      <a:r>
                        <a:rPr lang="en-IN"/>
                        <a:t>Push(30)</a:t>
                      </a:r>
                    </a:p>
                  </a:txBody>
                  <a:tcPr anchor="ctr">
                    <a:lnL>
                      <a:noFill/>
                    </a:lnL>
                    <a:lnR>
                      <a:noFill/>
                    </a:lnR>
                    <a:lnT>
                      <a:noFill/>
                    </a:lnT>
                    <a:lnB>
                      <a:noFill/>
                    </a:lnB>
                    <a:noFill/>
                  </a:tcPr>
                </a:tc>
                <a:tc>
                  <a:txBody>
                    <a:bodyPr/>
                    <a:lstStyle/>
                    <a:p>
                      <a:pPr>
                        <a:buNone/>
                      </a:pPr>
                      <a:r>
                        <a:rPr lang="en-IN"/>
                        <a:t>[10,20,30]</a:t>
                      </a:r>
                    </a:p>
                  </a:txBody>
                  <a:tcPr anchor="ctr">
                    <a:lnL>
                      <a:noFill/>
                    </a:lnL>
                    <a:lnR>
                      <a:noFill/>
                    </a:lnR>
                    <a:lnT>
                      <a:noFill/>
                    </a:lnT>
                    <a:lnB>
                      <a:noFill/>
                    </a:lnB>
                    <a:noFill/>
                  </a:tcPr>
                </a:tc>
                <a:extLst>
                  <a:ext uri="{0D108BD9-81ED-4DB2-BD59-A6C34878D82A}">
                    <a16:rowId xmlns:a16="http://schemas.microsoft.com/office/drawing/2014/main" val="2028969680"/>
                  </a:ext>
                </a:extLst>
              </a:tr>
              <a:tr h="565323">
                <a:tc>
                  <a:txBody>
                    <a:bodyPr/>
                    <a:lstStyle/>
                    <a:p>
                      <a:pPr>
                        <a:buNone/>
                      </a:pPr>
                      <a:r>
                        <a:rPr lang="en-IN"/>
                        <a:t>5</a:t>
                      </a:r>
                    </a:p>
                  </a:txBody>
                  <a:tcPr anchor="ctr">
                    <a:lnL>
                      <a:noFill/>
                    </a:lnL>
                    <a:lnR>
                      <a:noFill/>
                    </a:lnR>
                    <a:lnT>
                      <a:noFill/>
                    </a:lnT>
                    <a:lnB>
                      <a:noFill/>
                    </a:lnB>
                    <a:noFill/>
                  </a:tcPr>
                </a:tc>
                <a:tc>
                  <a:txBody>
                    <a:bodyPr/>
                    <a:lstStyle/>
                    <a:p>
                      <a:pPr>
                        <a:buNone/>
                      </a:pPr>
                      <a:r>
                        <a:rPr lang="en-IN"/>
                        <a:t>Pop()</a:t>
                      </a:r>
                    </a:p>
                  </a:txBody>
                  <a:tcPr anchor="ctr">
                    <a:lnL>
                      <a:noFill/>
                    </a:lnL>
                    <a:lnR>
                      <a:noFill/>
                    </a:lnR>
                    <a:lnT>
                      <a:noFill/>
                    </a:lnT>
                    <a:lnB>
                      <a:noFill/>
                    </a:lnB>
                    <a:noFill/>
                  </a:tcPr>
                </a:tc>
                <a:tc>
                  <a:txBody>
                    <a:bodyPr/>
                    <a:lstStyle/>
                    <a:p>
                      <a:pPr>
                        <a:buNone/>
                      </a:pPr>
                      <a:r>
                        <a:rPr lang="en-IN"/>
                        <a:t>[10,20]</a:t>
                      </a:r>
                    </a:p>
                  </a:txBody>
                  <a:tcPr anchor="ctr">
                    <a:lnL>
                      <a:noFill/>
                    </a:lnL>
                    <a:lnR>
                      <a:noFill/>
                    </a:lnR>
                    <a:lnT>
                      <a:noFill/>
                    </a:lnT>
                    <a:lnB>
                      <a:noFill/>
                    </a:lnB>
                    <a:noFill/>
                  </a:tcPr>
                </a:tc>
                <a:extLst>
                  <a:ext uri="{0D108BD9-81ED-4DB2-BD59-A6C34878D82A}">
                    <a16:rowId xmlns:a16="http://schemas.microsoft.com/office/drawing/2014/main" val="952422963"/>
                  </a:ext>
                </a:extLst>
              </a:tr>
              <a:tr h="565323">
                <a:tc>
                  <a:txBody>
                    <a:bodyPr/>
                    <a:lstStyle/>
                    <a:p>
                      <a:pPr>
                        <a:buNone/>
                      </a:pPr>
                      <a:r>
                        <a:rPr lang="en-IN"/>
                        <a:t>6</a:t>
                      </a:r>
                    </a:p>
                  </a:txBody>
                  <a:tcPr anchor="ctr">
                    <a:lnL>
                      <a:noFill/>
                    </a:lnL>
                    <a:lnR>
                      <a:noFill/>
                    </a:lnR>
                    <a:lnT>
                      <a:noFill/>
                    </a:lnT>
                    <a:lnB>
                      <a:noFill/>
                    </a:lnB>
                    <a:noFill/>
                  </a:tcPr>
                </a:tc>
                <a:tc>
                  <a:txBody>
                    <a:bodyPr/>
                    <a:lstStyle/>
                    <a:p>
                      <a:pPr>
                        <a:buNone/>
                      </a:pPr>
                      <a:r>
                        <a:rPr lang="en-IN"/>
                        <a:t>Pop()</a:t>
                      </a:r>
                    </a:p>
                  </a:txBody>
                  <a:tcPr anchor="ctr">
                    <a:lnL>
                      <a:noFill/>
                    </a:lnL>
                    <a:lnR>
                      <a:noFill/>
                    </a:lnR>
                    <a:lnT>
                      <a:noFill/>
                    </a:lnT>
                    <a:lnB>
                      <a:noFill/>
                    </a:lnB>
                    <a:noFill/>
                  </a:tcPr>
                </a:tc>
                <a:tc>
                  <a:txBody>
                    <a:bodyPr/>
                    <a:lstStyle/>
                    <a:p>
                      <a:pPr>
                        <a:buNone/>
                      </a:pPr>
                      <a:r>
                        <a:rPr lang="en-IN" dirty="0"/>
                        <a:t>[10]</a:t>
                      </a:r>
                    </a:p>
                  </a:txBody>
                  <a:tcPr anchor="ctr">
                    <a:lnL>
                      <a:noFill/>
                    </a:lnL>
                    <a:lnR>
                      <a:noFill/>
                    </a:lnR>
                    <a:lnT>
                      <a:noFill/>
                    </a:lnT>
                    <a:lnB>
                      <a:noFill/>
                    </a:lnB>
                    <a:noFill/>
                  </a:tcPr>
                </a:tc>
                <a:extLst>
                  <a:ext uri="{0D108BD9-81ED-4DB2-BD59-A6C34878D82A}">
                    <a16:rowId xmlns:a16="http://schemas.microsoft.com/office/drawing/2014/main" val="3837846976"/>
                  </a:ext>
                </a:extLst>
              </a:tr>
            </a:tbl>
          </a:graphicData>
        </a:graphic>
      </p:graphicFrame>
    </p:spTree>
    <p:extLst>
      <p:ext uri="{BB962C8B-B14F-4D97-AF65-F5344CB8AC3E}">
        <p14:creationId xmlns:p14="http://schemas.microsoft.com/office/powerpoint/2010/main" val="2945678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70A94-76D4-9F1F-73A1-FF40250DBADF}"/>
              </a:ext>
            </a:extLst>
          </p:cNvPr>
          <p:cNvSpPr>
            <a:spLocks noGrp="1"/>
          </p:cNvSpPr>
          <p:nvPr>
            <p:ph type="title"/>
          </p:nvPr>
        </p:nvSpPr>
        <p:spPr>
          <a:xfrm>
            <a:off x="838200" y="365126"/>
            <a:ext cx="10515600" cy="315912"/>
          </a:xfrm>
        </p:spPr>
        <p:txBody>
          <a:bodyPr>
            <a:normAutofit fontScale="90000"/>
          </a:bodyPr>
          <a:lstStyle/>
          <a:p>
            <a:r>
              <a:rPr lang="en-IN" dirty="0"/>
              <a:t>Question 1 : </a:t>
            </a:r>
            <a:r>
              <a:rPr lang="en-IN" b="1" dirty="0"/>
              <a:t>Problem Statement</a:t>
            </a:r>
            <a:endParaRPr lang="en-IN" dirty="0"/>
          </a:p>
        </p:txBody>
      </p:sp>
      <p:sp>
        <p:nvSpPr>
          <p:cNvPr id="3" name="Content Placeholder 2">
            <a:extLst>
              <a:ext uri="{FF2B5EF4-FFF2-40B4-BE49-F238E27FC236}">
                <a16:creationId xmlns:a16="http://schemas.microsoft.com/office/drawing/2014/main" id="{7E9DDC05-34B6-E987-1B9A-553862EF5BBF}"/>
              </a:ext>
            </a:extLst>
          </p:cNvPr>
          <p:cNvSpPr>
            <a:spLocks noGrp="1"/>
          </p:cNvSpPr>
          <p:nvPr>
            <p:ph idx="1"/>
          </p:nvPr>
        </p:nvSpPr>
        <p:spPr>
          <a:xfrm>
            <a:off x="838200" y="894080"/>
            <a:ext cx="10515600" cy="5791200"/>
          </a:xfrm>
        </p:spPr>
        <p:txBody>
          <a:bodyPr>
            <a:normAutofit fontScale="85000" lnSpcReduction="20000"/>
          </a:bodyPr>
          <a:lstStyle/>
          <a:p>
            <a:r>
              <a:rPr lang="en-IN" dirty="0"/>
              <a:t>A university has developed an </a:t>
            </a:r>
            <a:r>
              <a:rPr lang="en-IN" b="1" dirty="0"/>
              <a:t>Online Examination System</a:t>
            </a:r>
            <a:r>
              <a:rPr lang="en-IN" dirty="0"/>
              <a:t> where students answer questions one by one. Every time a student submits an answer, the system stores it in the order it was answered.</a:t>
            </a:r>
          </a:p>
          <a:p>
            <a:r>
              <a:rPr lang="en-IN" dirty="0"/>
              <a:t>Just before submitting the final exam, the student realizes that the </a:t>
            </a:r>
            <a:r>
              <a:rPr lang="en-IN" b="1" dirty="0"/>
              <a:t>last answered question was incorrect</a:t>
            </a:r>
            <a:r>
              <a:rPr lang="en-IN" dirty="0"/>
              <a:t> and clicks the </a:t>
            </a:r>
            <a:r>
              <a:rPr lang="en-IN" b="1" dirty="0"/>
              <a:t>"Undo Last Answer"</a:t>
            </a:r>
            <a:r>
              <a:rPr lang="en-IN" dirty="0"/>
              <a:t> button. The system should remove only the </a:t>
            </a:r>
            <a:r>
              <a:rPr lang="en-IN" b="1" dirty="0"/>
              <a:t>most recently answered question</a:t>
            </a:r>
            <a:r>
              <a:rPr lang="en-IN" dirty="0"/>
              <a:t>, while keeping all the previous answers unchanged.</a:t>
            </a:r>
          </a:p>
          <a:p>
            <a:r>
              <a:rPr lang="en-IN" dirty="0"/>
              <a:t>Design a Java program to simulate this </a:t>
            </a:r>
            <a:r>
              <a:rPr lang="en-IN" b="1" dirty="0"/>
              <a:t>Undo</a:t>
            </a:r>
            <a:r>
              <a:rPr lang="en-IN" dirty="0"/>
              <a:t> functionality using an appropriate data structure.</a:t>
            </a:r>
          </a:p>
          <a:p>
            <a:r>
              <a:rPr lang="en-IN" b="1" dirty="0"/>
              <a:t>Requirements</a:t>
            </a:r>
          </a:p>
          <a:p>
            <a:r>
              <a:rPr lang="en-IN" dirty="0"/>
              <a:t>Store each answered question in the order it is submitted. </a:t>
            </a:r>
          </a:p>
          <a:p>
            <a:r>
              <a:rPr lang="en-IN" dirty="0"/>
              <a:t>Display all the submitted answers. </a:t>
            </a:r>
          </a:p>
          <a:p>
            <a:r>
              <a:rPr lang="en-IN" dirty="0"/>
              <a:t>Display the latest answered question. </a:t>
            </a:r>
          </a:p>
          <a:p>
            <a:r>
              <a:rPr lang="en-IN" dirty="0"/>
              <a:t>When the student clicks </a:t>
            </a:r>
            <a:r>
              <a:rPr lang="en-IN" b="1" dirty="0"/>
              <a:t>Undo</a:t>
            </a:r>
            <a:r>
              <a:rPr lang="en-IN" dirty="0"/>
              <a:t>, remove only the last answered question. </a:t>
            </a:r>
          </a:p>
          <a:p>
            <a:r>
              <a:rPr lang="en-IN" dirty="0"/>
              <a:t>Display the updated list of answers after the undo operation. </a:t>
            </a:r>
          </a:p>
          <a:p>
            <a:r>
              <a:rPr lang="en-IN" dirty="0"/>
              <a:t>Display the current latest answered question. </a:t>
            </a:r>
          </a:p>
          <a:p>
            <a:r>
              <a:rPr lang="en-IN" dirty="0"/>
              <a:t>Use Java's built-in </a:t>
            </a:r>
            <a:r>
              <a:rPr lang="en-IN" b="1" dirty="0"/>
              <a:t>Stack</a:t>
            </a:r>
            <a:r>
              <a:rPr lang="en-IN" dirty="0"/>
              <a:t> class to implement the solution.</a:t>
            </a:r>
          </a:p>
          <a:p>
            <a:endParaRPr lang="en-IN" dirty="0"/>
          </a:p>
        </p:txBody>
      </p:sp>
    </p:spTree>
    <p:extLst>
      <p:ext uri="{BB962C8B-B14F-4D97-AF65-F5344CB8AC3E}">
        <p14:creationId xmlns:p14="http://schemas.microsoft.com/office/powerpoint/2010/main" val="2573969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8944C-3A73-7826-99D4-D6202813A2F8}"/>
              </a:ext>
            </a:extLst>
          </p:cNvPr>
          <p:cNvSpPr>
            <a:spLocks noGrp="1"/>
          </p:cNvSpPr>
          <p:nvPr>
            <p:ph type="title"/>
          </p:nvPr>
        </p:nvSpPr>
        <p:spPr/>
        <p:txBody>
          <a:bodyPr/>
          <a:lstStyle/>
          <a:p>
            <a:r>
              <a:rPr lang="en-IN" dirty="0"/>
              <a:t> </a:t>
            </a:r>
          </a:p>
        </p:txBody>
      </p:sp>
      <p:pic>
        <p:nvPicPr>
          <p:cNvPr id="5" name="Content Placeholder 4">
            <a:extLst>
              <a:ext uri="{FF2B5EF4-FFF2-40B4-BE49-F238E27FC236}">
                <a16:creationId xmlns:a16="http://schemas.microsoft.com/office/drawing/2014/main" id="{9C091596-3490-AA09-8CFE-E9B1BFEF799B}"/>
              </a:ext>
            </a:extLst>
          </p:cNvPr>
          <p:cNvPicPr>
            <a:picLocks noGrp="1" noChangeAspect="1"/>
          </p:cNvPicPr>
          <p:nvPr>
            <p:ph idx="1"/>
          </p:nvPr>
        </p:nvPicPr>
        <p:blipFill>
          <a:blip r:embed="rId2"/>
          <a:stretch>
            <a:fillRect/>
          </a:stretch>
        </p:blipFill>
        <p:spPr>
          <a:xfrm>
            <a:off x="0" y="136510"/>
            <a:ext cx="12192000" cy="7087666"/>
          </a:xfrm>
          <a:prstGeom prst="rect">
            <a:avLst/>
          </a:prstGeom>
        </p:spPr>
      </p:pic>
    </p:spTree>
    <p:extLst>
      <p:ext uri="{BB962C8B-B14F-4D97-AF65-F5344CB8AC3E}">
        <p14:creationId xmlns:p14="http://schemas.microsoft.com/office/powerpoint/2010/main" val="3557487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721ED-E39F-A58F-9942-2EF463C8A3F7}"/>
              </a:ext>
            </a:extLst>
          </p:cNvPr>
          <p:cNvSpPr>
            <a:spLocks noGrp="1"/>
          </p:cNvSpPr>
          <p:nvPr>
            <p:ph type="title"/>
          </p:nvPr>
        </p:nvSpPr>
        <p:spPr/>
        <p:txBody>
          <a:bodyPr/>
          <a:lstStyle/>
          <a:p>
            <a:r>
              <a:rPr lang="en-IN" dirty="0"/>
              <a:t> </a:t>
            </a:r>
          </a:p>
        </p:txBody>
      </p:sp>
      <p:graphicFrame>
        <p:nvGraphicFramePr>
          <p:cNvPr id="4" name="Content Placeholder 3">
            <a:extLst>
              <a:ext uri="{FF2B5EF4-FFF2-40B4-BE49-F238E27FC236}">
                <a16:creationId xmlns:a16="http://schemas.microsoft.com/office/drawing/2014/main" id="{BA1F4A78-2454-74B1-831F-1D15CDC99257}"/>
              </a:ext>
            </a:extLst>
          </p:cNvPr>
          <p:cNvGraphicFramePr>
            <a:graphicFrameLocks noGrp="1"/>
          </p:cNvGraphicFramePr>
          <p:nvPr>
            <p:ph idx="1"/>
            <p:extLst>
              <p:ext uri="{D42A27DB-BD31-4B8C-83A1-F6EECF244321}">
                <p14:modId xmlns:p14="http://schemas.microsoft.com/office/powerpoint/2010/main" val="2115672446"/>
              </p:ext>
            </p:extLst>
          </p:nvPr>
        </p:nvGraphicFramePr>
        <p:xfrm>
          <a:off x="426720" y="365124"/>
          <a:ext cx="11450320" cy="5771514"/>
        </p:xfrm>
        <a:graphic>
          <a:graphicData uri="http://schemas.openxmlformats.org/drawingml/2006/table">
            <a:tbl>
              <a:tblPr/>
              <a:tblGrid>
                <a:gridCol w="5725160">
                  <a:extLst>
                    <a:ext uri="{9D8B030D-6E8A-4147-A177-3AD203B41FA5}">
                      <a16:colId xmlns:a16="http://schemas.microsoft.com/office/drawing/2014/main" val="2953201144"/>
                    </a:ext>
                  </a:extLst>
                </a:gridCol>
                <a:gridCol w="5725160">
                  <a:extLst>
                    <a:ext uri="{9D8B030D-6E8A-4147-A177-3AD203B41FA5}">
                      <a16:colId xmlns:a16="http://schemas.microsoft.com/office/drawing/2014/main" val="2263010915"/>
                    </a:ext>
                  </a:extLst>
                </a:gridCol>
              </a:tblGrid>
              <a:tr h="961919">
                <a:tc>
                  <a:txBody>
                    <a:bodyPr/>
                    <a:lstStyle/>
                    <a:p>
                      <a:pPr>
                        <a:buNone/>
                      </a:pPr>
                      <a:r>
                        <a:rPr lang="en-IN"/>
                        <a:t>Operation</a:t>
                      </a:r>
                    </a:p>
                  </a:txBody>
                  <a:tcPr anchor="ctr">
                    <a:lnL>
                      <a:noFill/>
                    </a:lnL>
                    <a:lnR>
                      <a:noFill/>
                    </a:lnR>
                    <a:lnT>
                      <a:noFill/>
                    </a:lnT>
                    <a:lnB>
                      <a:noFill/>
                    </a:lnB>
                    <a:noFill/>
                  </a:tcPr>
                </a:tc>
                <a:tc>
                  <a:txBody>
                    <a:bodyPr/>
                    <a:lstStyle/>
                    <a:p>
                      <a:pPr>
                        <a:buNone/>
                      </a:pPr>
                      <a:r>
                        <a:rPr lang="en-IN"/>
                        <a:t>Description</a:t>
                      </a:r>
                    </a:p>
                  </a:txBody>
                  <a:tcPr anchor="ctr">
                    <a:lnL>
                      <a:noFill/>
                    </a:lnL>
                    <a:lnR>
                      <a:noFill/>
                    </a:lnR>
                    <a:lnT>
                      <a:noFill/>
                    </a:lnT>
                    <a:lnB>
                      <a:noFill/>
                    </a:lnB>
                    <a:noFill/>
                  </a:tcPr>
                </a:tc>
                <a:extLst>
                  <a:ext uri="{0D108BD9-81ED-4DB2-BD59-A6C34878D82A}">
                    <a16:rowId xmlns:a16="http://schemas.microsoft.com/office/drawing/2014/main" val="623045471"/>
                  </a:ext>
                </a:extLst>
              </a:tr>
              <a:tr h="961919">
                <a:tc>
                  <a:txBody>
                    <a:bodyPr/>
                    <a:lstStyle/>
                    <a:p>
                      <a:pPr>
                        <a:buNone/>
                      </a:pPr>
                      <a:r>
                        <a:rPr lang="en-IN" dirty="0"/>
                        <a:t>➕ </a:t>
                      </a:r>
                      <a:r>
                        <a:rPr lang="en-IN" b="1" dirty="0"/>
                        <a:t>Enqueue(x)</a:t>
                      </a:r>
                      <a:endParaRPr lang="en-IN" dirty="0"/>
                    </a:p>
                  </a:txBody>
                  <a:tcPr anchor="ctr">
                    <a:lnL>
                      <a:noFill/>
                    </a:lnL>
                    <a:lnR>
                      <a:noFill/>
                    </a:lnR>
                    <a:lnT>
                      <a:noFill/>
                    </a:lnT>
                    <a:lnB>
                      <a:noFill/>
                    </a:lnB>
                    <a:noFill/>
                  </a:tcPr>
                </a:tc>
                <a:tc>
                  <a:txBody>
                    <a:bodyPr/>
                    <a:lstStyle/>
                    <a:p>
                      <a:pPr>
                        <a:buNone/>
                      </a:pPr>
                      <a:r>
                        <a:rPr lang="en-IN"/>
                        <a:t>Insert element at </a:t>
                      </a:r>
                      <a:r>
                        <a:rPr lang="en-IN" b="1"/>
                        <a:t>Rear</a:t>
                      </a:r>
                      <a:endParaRPr lang="en-IN"/>
                    </a:p>
                  </a:txBody>
                  <a:tcPr anchor="ctr">
                    <a:lnL>
                      <a:noFill/>
                    </a:lnL>
                    <a:lnR>
                      <a:noFill/>
                    </a:lnR>
                    <a:lnT>
                      <a:noFill/>
                    </a:lnT>
                    <a:lnB>
                      <a:noFill/>
                    </a:lnB>
                    <a:noFill/>
                  </a:tcPr>
                </a:tc>
                <a:extLst>
                  <a:ext uri="{0D108BD9-81ED-4DB2-BD59-A6C34878D82A}">
                    <a16:rowId xmlns:a16="http://schemas.microsoft.com/office/drawing/2014/main" val="1138793296"/>
                  </a:ext>
                </a:extLst>
              </a:tr>
              <a:tr h="961919">
                <a:tc>
                  <a:txBody>
                    <a:bodyPr/>
                    <a:lstStyle/>
                    <a:p>
                      <a:pPr>
                        <a:buNone/>
                      </a:pPr>
                      <a:r>
                        <a:rPr lang="en-IN"/>
                        <a:t>➖ </a:t>
                      </a:r>
                      <a:r>
                        <a:rPr lang="en-IN" b="1"/>
                        <a:t>Dequeue()</a:t>
                      </a:r>
                      <a:endParaRPr lang="en-IN"/>
                    </a:p>
                  </a:txBody>
                  <a:tcPr anchor="ctr">
                    <a:lnL>
                      <a:noFill/>
                    </a:lnL>
                    <a:lnR>
                      <a:noFill/>
                    </a:lnR>
                    <a:lnT>
                      <a:noFill/>
                    </a:lnT>
                    <a:lnB>
                      <a:noFill/>
                    </a:lnB>
                    <a:noFill/>
                  </a:tcPr>
                </a:tc>
                <a:tc>
                  <a:txBody>
                    <a:bodyPr/>
                    <a:lstStyle/>
                    <a:p>
                      <a:pPr>
                        <a:buNone/>
                      </a:pPr>
                      <a:r>
                        <a:rPr lang="en-IN"/>
                        <a:t>Remove element from </a:t>
                      </a:r>
                      <a:r>
                        <a:rPr lang="en-IN" b="1"/>
                        <a:t>Front</a:t>
                      </a:r>
                      <a:endParaRPr lang="en-IN"/>
                    </a:p>
                  </a:txBody>
                  <a:tcPr anchor="ctr">
                    <a:lnL>
                      <a:noFill/>
                    </a:lnL>
                    <a:lnR>
                      <a:noFill/>
                    </a:lnR>
                    <a:lnT>
                      <a:noFill/>
                    </a:lnT>
                    <a:lnB>
                      <a:noFill/>
                    </a:lnB>
                    <a:noFill/>
                  </a:tcPr>
                </a:tc>
                <a:extLst>
                  <a:ext uri="{0D108BD9-81ED-4DB2-BD59-A6C34878D82A}">
                    <a16:rowId xmlns:a16="http://schemas.microsoft.com/office/drawing/2014/main" val="4187937037"/>
                  </a:ext>
                </a:extLst>
              </a:tr>
              <a:tr h="961919">
                <a:tc>
                  <a:txBody>
                    <a:bodyPr/>
                    <a:lstStyle/>
                    <a:p>
                      <a:pPr>
                        <a:buNone/>
                      </a:pPr>
                      <a:r>
                        <a:rPr lang="en-IN"/>
                        <a:t>👀 </a:t>
                      </a:r>
                      <a:r>
                        <a:rPr lang="en-IN" b="1"/>
                        <a:t>Peek()/Front()</a:t>
                      </a:r>
                      <a:endParaRPr lang="en-IN"/>
                    </a:p>
                  </a:txBody>
                  <a:tcPr anchor="ctr">
                    <a:lnL>
                      <a:noFill/>
                    </a:lnL>
                    <a:lnR>
                      <a:noFill/>
                    </a:lnR>
                    <a:lnT>
                      <a:noFill/>
                    </a:lnT>
                    <a:lnB>
                      <a:noFill/>
                    </a:lnB>
                    <a:noFill/>
                  </a:tcPr>
                </a:tc>
                <a:tc>
                  <a:txBody>
                    <a:bodyPr/>
                    <a:lstStyle/>
                    <a:p>
                      <a:pPr>
                        <a:buNone/>
                      </a:pPr>
                      <a:r>
                        <a:rPr lang="en-IN"/>
                        <a:t>Returns first element</a:t>
                      </a:r>
                    </a:p>
                  </a:txBody>
                  <a:tcPr anchor="ctr">
                    <a:lnL>
                      <a:noFill/>
                    </a:lnL>
                    <a:lnR>
                      <a:noFill/>
                    </a:lnR>
                    <a:lnT>
                      <a:noFill/>
                    </a:lnT>
                    <a:lnB>
                      <a:noFill/>
                    </a:lnB>
                    <a:noFill/>
                  </a:tcPr>
                </a:tc>
                <a:extLst>
                  <a:ext uri="{0D108BD9-81ED-4DB2-BD59-A6C34878D82A}">
                    <a16:rowId xmlns:a16="http://schemas.microsoft.com/office/drawing/2014/main" val="3795854176"/>
                  </a:ext>
                </a:extLst>
              </a:tr>
              <a:tr h="961919">
                <a:tc>
                  <a:txBody>
                    <a:bodyPr/>
                    <a:lstStyle/>
                    <a:p>
                      <a:pPr>
                        <a:buNone/>
                      </a:pPr>
                      <a:r>
                        <a:rPr lang="en-IN"/>
                        <a:t>❓ </a:t>
                      </a:r>
                      <a:r>
                        <a:rPr lang="en-IN" b="1"/>
                        <a:t>isEmpty()</a:t>
                      </a:r>
                      <a:endParaRPr lang="en-IN"/>
                    </a:p>
                  </a:txBody>
                  <a:tcPr anchor="ctr">
                    <a:lnL>
                      <a:noFill/>
                    </a:lnL>
                    <a:lnR>
                      <a:noFill/>
                    </a:lnR>
                    <a:lnT>
                      <a:noFill/>
                    </a:lnT>
                    <a:lnB>
                      <a:noFill/>
                    </a:lnB>
                    <a:noFill/>
                  </a:tcPr>
                </a:tc>
                <a:tc>
                  <a:txBody>
                    <a:bodyPr/>
                    <a:lstStyle/>
                    <a:p>
                      <a:pPr>
                        <a:buNone/>
                      </a:pPr>
                      <a:r>
                        <a:rPr lang="en-IN"/>
                        <a:t>Queue empty?</a:t>
                      </a:r>
                    </a:p>
                  </a:txBody>
                  <a:tcPr anchor="ctr">
                    <a:lnL>
                      <a:noFill/>
                    </a:lnL>
                    <a:lnR>
                      <a:noFill/>
                    </a:lnR>
                    <a:lnT>
                      <a:noFill/>
                    </a:lnT>
                    <a:lnB>
                      <a:noFill/>
                    </a:lnB>
                    <a:noFill/>
                  </a:tcPr>
                </a:tc>
                <a:extLst>
                  <a:ext uri="{0D108BD9-81ED-4DB2-BD59-A6C34878D82A}">
                    <a16:rowId xmlns:a16="http://schemas.microsoft.com/office/drawing/2014/main" val="382721631"/>
                  </a:ext>
                </a:extLst>
              </a:tr>
              <a:tr h="961919">
                <a:tc>
                  <a:txBody>
                    <a:bodyPr/>
                    <a:lstStyle/>
                    <a:p>
                      <a:pPr>
                        <a:buNone/>
                      </a:pPr>
                      <a:r>
                        <a:rPr lang="en-IN"/>
                        <a:t>📦 </a:t>
                      </a:r>
                      <a:r>
                        <a:rPr lang="en-IN" b="1"/>
                        <a:t>isFull()</a:t>
                      </a:r>
                      <a:endParaRPr lang="en-IN"/>
                    </a:p>
                  </a:txBody>
                  <a:tcPr anchor="ctr">
                    <a:lnL>
                      <a:noFill/>
                    </a:lnL>
                    <a:lnR>
                      <a:noFill/>
                    </a:lnR>
                    <a:lnT>
                      <a:noFill/>
                    </a:lnT>
                    <a:lnB>
                      <a:noFill/>
                    </a:lnB>
                    <a:noFill/>
                  </a:tcPr>
                </a:tc>
                <a:tc>
                  <a:txBody>
                    <a:bodyPr/>
                    <a:lstStyle/>
                    <a:p>
                      <a:pPr>
                        <a:buNone/>
                      </a:pPr>
                      <a:r>
                        <a:rPr lang="en-IN" dirty="0"/>
                        <a:t>Queue full? (Array Queue)</a:t>
                      </a:r>
                    </a:p>
                  </a:txBody>
                  <a:tcPr anchor="ctr">
                    <a:lnL>
                      <a:noFill/>
                    </a:lnL>
                    <a:lnR>
                      <a:noFill/>
                    </a:lnR>
                    <a:lnT>
                      <a:noFill/>
                    </a:lnT>
                    <a:lnB>
                      <a:noFill/>
                    </a:lnB>
                    <a:noFill/>
                  </a:tcPr>
                </a:tc>
                <a:extLst>
                  <a:ext uri="{0D108BD9-81ED-4DB2-BD59-A6C34878D82A}">
                    <a16:rowId xmlns:a16="http://schemas.microsoft.com/office/drawing/2014/main" val="2580265583"/>
                  </a:ext>
                </a:extLst>
              </a:tr>
            </a:tbl>
          </a:graphicData>
        </a:graphic>
      </p:graphicFrame>
    </p:spTree>
    <p:extLst>
      <p:ext uri="{BB962C8B-B14F-4D97-AF65-F5344CB8AC3E}">
        <p14:creationId xmlns:p14="http://schemas.microsoft.com/office/powerpoint/2010/main" val="3945641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A809F-C422-DE0A-DB72-2A1355846560}"/>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73B427C6-F417-2CEE-1121-445F220F7C63}"/>
              </a:ext>
            </a:extLst>
          </p:cNvPr>
          <p:cNvSpPr>
            <a:spLocks noGrp="1"/>
          </p:cNvSpPr>
          <p:nvPr>
            <p:ph idx="1"/>
          </p:nvPr>
        </p:nvSpPr>
        <p:spPr>
          <a:xfrm>
            <a:off x="528320" y="467360"/>
            <a:ext cx="10825480" cy="5709603"/>
          </a:xfrm>
        </p:spPr>
        <p:txBody>
          <a:bodyPr/>
          <a:lstStyle/>
          <a:p>
            <a:r>
              <a:rPr lang="en-IN" b="1" dirty="0"/>
              <a:t>Advantages</a:t>
            </a:r>
          </a:p>
          <a:p>
            <a:r>
              <a:rPr lang="en-IN" dirty="0"/>
              <a:t>✔ Maintains Order</a:t>
            </a:r>
          </a:p>
          <a:p>
            <a:r>
              <a:rPr lang="en-IN" dirty="0"/>
              <a:t>✔ Fair (First Come First Served)</a:t>
            </a:r>
          </a:p>
          <a:p>
            <a:r>
              <a:rPr lang="en-IN" dirty="0"/>
              <a:t>✔ Fast Insertion &amp; Deletion (</a:t>
            </a:r>
            <a:r>
              <a:rPr lang="en-IN" b="1" dirty="0"/>
              <a:t>O(1)</a:t>
            </a:r>
            <a:r>
              <a:rPr lang="en-IN" dirty="0"/>
              <a:t>)</a:t>
            </a:r>
          </a:p>
          <a:p>
            <a:r>
              <a:rPr lang="en-IN" dirty="0"/>
              <a:t>✔ Simple and Efficient</a:t>
            </a:r>
          </a:p>
          <a:p>
            <a:endParaRPr lang="en-IN" dirty="0"/>
          </a:p>
        </p:txBody>
      </p:sp>
    </p:spTree>
    <p:extLst>
      <p:ext uri="{BB962C8B-B14F-4D97-AF65-F5344CB8AC3E}">
        <p14:creationId xmlns:p14="http://schemas.microsoft.com/office/powerpoint/2010/main" val="1897297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10259-D500-11E6-E468-FB582A9A8150}"/>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BA4146F3-5907-B778-0328-649280973452}"/>
              </a:ext>
            </a:extLst>
          </p:cNvPr>
          <p:cNvSpPr>
            <a:spLocks noGrp="1"/>
          </p:cNvSpPr>
          <p:nvPr>
            <p:ph idx="1"/>
          </p:nvPr>
        </p:nvSpPr>
        <p:spPr>
          <a:xfrm>
            <a:off x="838200" y="111760"/>
            <a:ext cx="10515600" cy="6614160"/>
          </a:xfrm>
        </p:spPr>
        <p:txBody>
          <a:bodyPr>
            <a:normAutofit/>
          </a:bodyPr>
          <a:lstStyle/>
          <a:p>
            <a:r>
              <a:rPr lang="en-IN" b="1" dirty="0"/>
              <a:t>Problem Statement: Movie Ticket Booking Queue</a:t>
            </a:r>
          </a:p>
          <a:p>
            <a:r>
              <a:rPr lang="en-IN" dirty="0"/>
              <a:t>A newly released </a:t>
            </a:r>
            <a:r>
              <a:rPr lang="en-IN" b="1" dirty="0"/>
              <a:t>Avengers</a:t>
            </a:r>
            <a:r>
              <a:rPr lang="en-IN" dirty="0"/>
              <a:t> movie has become extremely popular, and a large number of customers are waiting at the movie ticket counter to purchase tickets. Since there is only </a:t>
            </a:r>
            <a:r>
              <a:rPr lang="en-IN" b="1" dirty="0"/>
              <a:t>one ticket counter</a:t>
            </a:r>
            <a:r>
              <a:rPr lang="en-IN" dirty="0"/>
              <a:t>, customers must wait in a queue and are served </a:t>
            </a:r>
            <a:r>
              <a:rPr lang="en-IN" b="1" dirty="0"/>
              <a:t>one at a time</a:t>
            </a:r>
            <a:r>
              <a:rPr lang="en-IN" dirty="0"/>
              <a:t>.</a:t>
            </a:r>
          </a:p>
          <a:p>
            <a:r>
              <a:rPr lang="en-IN" dirty="0"/>
              <a:t>The ticket booking system follows the </a:t>
            </a:r>
            <a:r>
              <a:rPr lang="en-IN" b="1" dirty="0"/>
              <a:t>FIFO (First In, First Out)</a:t>
            </a:r>
            <a:r>
              <a:rPr lang="en-IN" dirty="0"/>
              <a:t> principle, where the customer who joins the queue first receives the ticket first. After a customer receives the ticket, they leave the queue, and the next customer is served.</a:t>
            </a:r>
          </a:p>
          <a:p>
            <a:r>
              <a:rPr lang="en-IN" dirty="0"/>
              <a:t>Write a Java program using the </a:t>
            </a:r>
            <a:r>
              <a:rPr lang="en-IN" b="1" dirty="0"/>
              <a:t>Queue</a:t>
            </a:r>
            <a:r>
              <a:rPr lang="en-IN" dirty="0"/>
              <a:t> interface to simulate the movie ticket booking process. Add customers to the queue using the </a:t>
            </a:r>
            <a:r>
              <a:rPr lang="en-IN" b="1" dirty="0"/>
              <a:t>offer()</a:t>
            </a:r>
            <a:r>
              <a:rPr lang="en-IN" dirty="0"/>
              <a:t> method and continue serving customers using the </a:t>
            </a:r>
            <a:r>
              <a:rPr lang="en-IN" b="1" dirty="0"/>
              <a:t>poll()</a:t>
            </a:r>
            <a:r>
              <a:rPr lang="en-IN" dirty="0"/>
              <a:t> method until the queue becomes empty. After each ticket is issued, display the name of the customer who received the ticket and print the list of customers still waiting in the queue.</a:t>
            </a:r>
          </a:p>
          <a:p>
            <a:endParaRPr lang="en-IN" dirty="0"/>
          </a:p>
        </p:txBody>
      </p:sp>
    </p:spTree>
    <p:extLst>
      <p:ext uri="{BB962C8B-B14F-4D97-AF65-F5344CB8AC3E}">
        <p14:creationId xmlns:p14="http://schemas.microsoft.com/office/powerpoint/2010/main" val="3811059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B1496-9CA4-D510-CCB3-7E1FF8C1FDB4}"/>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EB9E550D-CB24-6CEE-0B73-E31F8844EF1F}"/>
              </a:ext>
            </a:extLst>
          </p:cNvPr>
          <p:cNvSpPr>
            <a:spLocks noGrp="1"/>
          </p:cNvSpPr>
          <p:nvPr>
            <p:ph idx="1"/>
          </p:nvPr>
        </p:nvSpPr>
        <p:spPr/>
        <p:txBody>
          <a:bodyPr/>
          <a:lstStyle/>
          <a:p>
            <a:r>
              <a:rPr lang="en-IN" dirty="0"/>
              <a:t>Rahul received the movie ticket.</a:t>
            </a:r>
            <a:br>
              <a:rPr lang="en-IN" dirty="0"/>
            </a:br>
            <a:r>
              <a:rPr lang="en-IN" dirty="0"/>
              <a:t>Waiting: [Priya, Amit, Sneha]</a:t>
            </a:r>
            <a:br>
              <a:rPr lang="en-IN" dirty="0"/>
            </a:br>
            <a:br>
              <a:rPr lang="en-IN" dirty="0"/>
            </a:br>
            <a:r>
              <a:rPr lang="en-IN" dirty="0"/>
              <a:t>Priya received the movie ticket.</a:t>
            </a:r>
            <a:br>
              <a:rPr lang="en-IN" dirty="0"/>
            </a:br>
            <a:r>
              <a:rPr lang="en-IN" dirty="0"/>
              <a:t>Waiting: [Amit, Sneha]</a:t>
            </a:r>
            <a:br>
              <a:rPr lang="en-IN" dirty="0"/>
            </a:br>
            <a:br>
              <a:rPr lang="en-IN" dirty="0"/>
            </a:br>
            <a:r>
              <a:rPr lang="en-IN" dirty="0"/>
              <a:t>Amit received the movie ticket.</a:t>
            </a:r>
            <a:br>
              <a:rPr lang="en-IN" dirty="0"/>
            </a:br>
            <a:r>
              <a:rPr lang="en-IN" dirty="0"/>
              <a:t>Waiting: [Sneha]</a:t>
            </a:r>
            <a:br>
              <a:rPr lang="en-IN" dirty="0"/>
            </a:br>
            <a:br>
              <a:rPr lang="en-IN" dirty="0"/>
            </a:br>
            <a:r>
              <a:rPr lang="en-IN" dirty="0"/>
              <a:t>Sneha received the movie ticket.</a:t>
            </a:r>
            <a:br>
              <a:rPr lang="en-IN" dirty="0"/>
            </a:br>
            <a:r>
              <a:rPr lang="en-IN" dirty="0"/>
              <a:t>Waiting: []</a:t>
            </a:r>
          </a:p>
        </p:txBody>
      </p:sp>
    </p:spTree>
    <p:extLst>
      <p:ext uri="{BB962C8B-B14F-4D97-AF65-F5344CB8AC3E}">
        <p14:creationId xmlns:p14="http://schemas.microsoft.com/office/powerpoint/2010/main" val="2191889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F56BA-722C-4D32-7F5B-C25E31F3225C}"/>
              </a:ext>
            </a:extLst>
          </p:cNvPr>
          <p:cNvSpPr>
            <a:spLocks noGrp="1"/>
          </p:cNvSpPr>
          <p:nvPr>
            <p:ph type="title"/>
          </p:nvPr>
        </p:nvSpPr>
        <p:spPr/>
        <p:txBody>
          <a:bodyPr/>
          <a:lstStyle/>
          <a:p>
            <a:r>
              <a:rPr lang="en-IN" dirty="0"/>
              <a:t> </a:t>
            </a:r>
          </a:p>
        </p:txBody>
      </p:sp>
      <p:pic>
        <p:nvPicPr>
          <p:cNvPr id="5" name="Content Placeholder 4">
            <a:extLst>
              <a:ext uri="{FF2B5EF4-FFF2-40B4-BE49-F238E27FC236}">
                <a16:creationId xmlns:a16="http://schemas.microsoft.com/office/drawing/2014/main" id="{F9D1ABFA-C914-756E-1C4A-7B5D7D244999}"/>
              </a:ext>
            </a:extLst>
          </p:cNvPr>
          <p:cNvPicPr>
            <a:picLocks noGrp="1" noChangeAspect="1"/>
          </p:cNvPicPr>
          <p:nvPr>
            <p:ph idx="1"/>
          </p:nvPr>
        </p:nvPicPr>
        <p:blipFill>
          <a:blip r:embed="rId2"/>
          <a:stretch>
            <a:fillRect/>
          </a:stretch>
        </p:blipFill>
        <p:spPr>
          <a:xfrm>
            <a:off x="272320" y="81281"/>
            <a:ext cx="11797760" cy="6522720"/>
          </a:xfrm>
          <a:prstGeom prst="rect">
            <a:avLst/>
          </a:prstGeom>
        </p:spPr>
      </p:pic>
    </p:spTree>
    <p:extLst>
      <p:ext uri="{BB962C8B-B14F-4D97-AF65-F5344CB8AC3E}">
        <p14:creationId xmlns:p14="http://schemas.microsoft.com/office/powerpoint/2010/main" val="25828601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622</Words>
  <Application>Microsoft Office PowerPoint</Application>
  <PresentationFormat>Widescreen</PresentationFormat>
  <Paragraphs>81</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 </vt:lpstr>
      <vt:lpstr> </vt:lpstr>
      <vt:lpstr> </vt:lpstr>
      <vt:lpstr> </vt:lpstr>
      <vt:lpstr>Question 1 : Problem Statement</vt:lpstr>
      <vt:lpstr> </vt:lpstr>
      <vt:lpstr> </vt:lpstr>
      <vt:lpstr> </vt:lpstr>
      <vt:lpstr> </vt:lpstr>
      <vt:lpstr>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Thaneshwara M</dc:creator>
  <cp:lastModifiedBy>Thaneshwara M</cp:lastModifiedBy>
  <cp:revision>7</cp:revision>
  <dcterms:created xsi:type="dcterms:W3CDTF">2026-06-30T00:45:23Z</dcterms:created>
  <dcterms:modified xsi:type="dcterms:W3CDTF">2026-06-30T01:25:07Z</dcterms:modified>
</cp:coreProperties>
</file>